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268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ngecyberdefense.com/" TargetMode="External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re 3">
            <a:extLst>
              <a:ext uri="{FF2B5EF4-FFF2-40B4-BE49-F238E27FC236}">
                <a16:creationId xmlns:a16="http://schemas.microsoft.com/office/drawing/2014/main" id="{6BECBCEA-87CF-4254-A05E-A77A228C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81" y="2137461"/>
            <a:ext cx="10888320" cy="1134815"/>
          </a:xfrm>
        </p:spPr>
        <p:txBody>
          <a:bodyPr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FD5B9F7C-469F-4FC8-816B-8E704C9978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2981" y="3985724"/>
            <a:ext cx="9085515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66" name="Espace réservé de la date 10">
            <a:extLst>
              <a:ext uri="{FF2B5EF4-FFF2-40B4-BE49-F238E27FC236}">
                <a16:creationId xmlns:a16="http://schemas.microsoft.com/office/drawing/2014/main" id="{550F8D1D-1F06-4E79-B2E6-5FC5900E4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2984" y="5059271"/>
            <a:ext cx="6151217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altLang="en-US" sz="1866" b="0" i="0" kern="1200" baseline="0" smtClean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052A14B9-EA99-48B4-A59F-9A95374E74E4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15B23715-0882-EDEE-658B-73490F7C5B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13" y="206849"/>
            <a:ext cx="3674616" cy="95970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1485A61-9179-421E-A521-E72ECA706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83" y="3272278"/>
            <a:ext cx="10888319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B9C370E-975B-CC21-23F9-67B1531F3C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2983" y="4669362"/>
            <a:ext cx="7662517" cy="371625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344840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  <p15:guide id="2" pos="36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motif, tissu, habits, art&#10;&#10;Description générée automatiquement">
            <a:extLst>
              <a:ext uri="{FF2B5EF4-FFF2-40B4-BE49-F238E27FC236}">
                <a16:creationId xmlns:a16="http://schemas.microsoft.com/office/drawing/2014/main" id="{DEE8F29E-C243-0D6B-B03C-02CB28D51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3411" y="72428"/>
            <a:ext cx="3179397" cy="6708108"/>
          </a:xfrm>
          <a:prstGeom prst="rect">
            <a:avLst/>
          </a:prstGeom>
        </p:spPr>
      </p:pic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98AC59F1-FCA5-E327-A04B-AC38884678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13" y="206849"/>
            <a:ext cx="3674616" cy="959704"/>
          </a:xfrm>
          <a:prstGeom prst="rect">
            <a:avLst/>
          </a:prstGeom>
        </p:spPr>
      </p:pic>
      <p:sp>
        <p:nvSpPr>
          <p:cNvPr id="9" name="Titre 3">
            <a:extLst>
              <a:ext uri="{FF2B5EF4-FFF2-40B4-BE49-F238E27FC236}">
                <a16:creationId xmlns:a16="http://schemas.microsoft.com/office/drawing/2014/main" id="{E96EF674-911D-5FE7-8B59-ABBF904F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81" y="2137461"/>
            <a:ext cx="10888320" cy="1134815"/>
          </a:xfrm>
        </p:spPr>
        <p:txBody>
          <a:bodyPr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C7DB4CD1-5B18-787B-6924-8AE6D97FF8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2981" y="3985724"/>
            <a:ext cx="9085515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0515E3E-7D94-9402-9637-F927A6938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2984" y="5059271"/>
            <a:ext cx="6151217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altLang="en-US" sz="1866" b="0" i="0" kern="1200" baseline="0" smtClean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A12F8D33-AE03-4BFC-AC65-CC6AC181FE54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A9DF1E-5620-D0F7-95BD-EE52F03D4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983" y="3272278"/>
            <a:ext cx="10888319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CC39B5E8-3E30-B14D-188D-B1035FC56E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2983" y="4669362"/>
            <a:ext cx="7662517" cy="371625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287958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  <p15:guide id="2" pos="36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637" y="410633"/>
            <a:ext cx="6446465" cy="3016250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28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7728183" y="410633"/>
            <a:ext cx="4032448" cy="4483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solidFill>
                  <a:schemeClr val="tx1"/>
                </a:solidFill>
                <a:latin typeface="+mj-lt"/>
              </a:defRPr>
            </a:lvl2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2" name="Subtitle 2"/>
          <p:cNvSpPr>
            <a:spLocks noGrp="1"/>
          </p:cNvSpPr>
          <p:nvPr>
            <p:ph type="subTitle" idx="1"/>
          </p:nvPr>
        </p:nvSpPr>
        <p:spPr>
          <a:xfrm>
            <a:off x="414251" y="3605525"/>
            <a:ext cx="6441580" cy="12882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b="0" baseline="0">
                <a:solidFill>
                  <a:schemeClr val="tx1"/>
                </a:solidFill>
                <a:latin typeface="+mj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3" name="Image 2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429B88CB-EE9F-BC41-D21C-9783C61091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5" name="Espace réservé de la date 10">
            <a:extLst>
              <a:ext uri="{FF2B5EF4-FFF2-40B4-BE49-F238E27FC236}">
                <a16:creationId xmlns:a16="http://schemas.microsoft.com/office/drawing/2014/main" id="{816B593B-551A-190E-1EF8-F18D2AB8B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637" y="5560811"/>
            <a:ext cx="6151217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altLang="en-US" sz="1866" b="0" i="0" kern="1200" baseline="0" smtClean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D0E5182A-2A67-48E7-995F-A579A1136E12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B4853407-2E6A-5BF9-797B-52B8AA5CAF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636" y="5170902"/>
            <a:ext cx="7662517" cy="371625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131216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593" y="562709"/>
            <a:ext cx="6446465" cy="1426130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4797" b="1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885FDD3-7628-1066-4259-801D02CC6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78" y="2372884"/>
            <a:ext cx="6441580" cy="109985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j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4" name="Arc partiel 23">
            <a:extLst>
              <a:ext uri="{FF2B5EF4-FFF2-40B4-BE49-F238E27FC236}">
                <a16:creationId xmlns:a16="http://schemas.microsoft.com/office/drawing/2014/main" id="{8733D6C3-B7B8-94A5-BD4A-A61466E3C088}"/>
              </a:ext>
            </a:extLst>
          </p:cNvPr>
          <p:cNvSpPr/>
          <p:nvPr userDrawn="1"/>
        </p:nvSpPr>
        <p:spPr>
          <a:xfrm rot="5400000">
            <a:off x="4573639" y="1334008"/>
            <a:ext cx="4914484" cy="4914485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Arc partiel 24">
            <a:extLst>
              <a:ext uri="{FF2B5EF4-FFF2-40B4-BE49-F238E27FC236}">
                <a16:creationId xmlns:a16="http://schemas.microsoft.com/office/drawing/2014/main" id="{12B75B01-D62D-8050-D066-14B6EABDD1E2}"/>
              </a:ext>
            </a:extLst>
          </p:cNvPr>
          <p:cNvSpPr/>
          <p:nvPr userDrawn="1"/>
        </p:nvSpPr>
        <p:spPr>
          <a:xfrm rot="16200000">
            <a:off x="3236452" y="-1168"/>
            <a:ext cx="7582502" cy="7584843"/>
          </a:xfrm>
          <a:prstGeom prst="pie">
            <a:avLst>
              <a:gd name="adj1" fmla="val 0"/>
              <a:gd name="adj2" fmla="val 540259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j-lt"/>
              </a:rPr>
              <a:t>  </a:t>
            </a:r>
          </a:p>
        </p:txBody>
      </p:sp>
      <p:sp>
        <p:nvSpPr>
          <p:cNvPr id="26" name="Arc partiel 25">
            <a:extLst>
              <a:ext uri="{FF2B5EF4-FFF2-40B4-BE49-F238E27FC236}">
                <a16:creationId xmlns:a16="http://schemas.microsoft.com/office/drawing/2014/main" id="{0AFD43C3-DE63-DD12-6BDF-32C62EAB7E2A}"/>
              </a:ext>
            </a:extLst>
          </p:cNvPr>
          <p:cNvSpPr/>
          <p:nvPr userDrawn="1"/>
        </p:nvSpPr>
        <p:spPr>
          <a:xfrm>
            <a:off x="5546543" y="2310549"/>
            <a:ext cx="2962320" cy="2961406"/>
          </a:xfrm>
          <a:prstGeom prst="pie">
            <a:avLst>
              <a:gd name="adj1" fmla="val 0"/>
              <a:gd name="adj2" fmla="val 5395325"/>
            </a:avLst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27" name="Image 26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2D049331-EE08-48A7-F78A-B45282849C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10" name="Espace réservé de la date 10">
            <a:extLst>
              <a:ext uri="{FF2B5EF4-FFF2-40B4-BE49-F238E27FC236}">
                <a16:creationId xmlns:a16="http://schemas.microsoft.com/office/drawing/2014/main" id="{DE71387D-E695-92FF-22FD-8883C132B2AE}"/>
              </a:ext>
            </a:extLst>
          </p:cNvPr>
          <p:cNvSpPr txBox="1">
            <a:spLocks/>
          </p:cNvSpPr>
          <p:nvPr userDrawn="1"/>
        </p:nvSpPr>
        <p:spPr>
          <a:xfrm>
            <a:off x="7182760" y="5846428"/>
            <a:ext cx="4303369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fr-FR"/>
            </a:defPPr>
            <a:lvl1pPr marL="0" algn="l" defTabSz="685800" rtl="0" eaLnBrk="1" latinLnBrk="0" hangingPunct="1">
              <a:lnSpc>
                <a:spcPct val="100000"/>
              </a:lnSpc>
              <a:spcAft>
                <a:spcPts val="0"/>
              </a:spcAft>
              <a:defRPr kumimoji="0" lang="fr-FR" altLang="en-US" sz="1400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  <a:buFont typeface="Helvetica 75" panose="020B0804020202020204" pitchFamily="34" charset="0"/>
              <a:buNone/>
            </a:pPr>
            <a:fld id="{FC53D2E2-B795-4D1F-A0F6-D2C7C9DBFC68}" type="datetime4">
              <a:rPr lang="fr-FR" sz="1866" smtClean="0"/>
              <a:pPr defTabSz="1218408" fontAlgn="base">
                <a:spcBef>
                  <a:spcPct val="0"/>
                </a:spcBef>
                <a:buClr>
                  <a:srgbClr val="FFFFFF"/>
                </a:buClr>
                <a:buFont typeface="Helvetica 75" panose="020B0804020202020204" pitchFamily="34" charset="0"/>
                <a:buNone/>
              </a:pPr>
              <a:t>22 juillet 2026</a:t>
            </a:fld>
            <a:endParaRPr lang="fr-FR" sz="1866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39EC75C-41E9-9FF4-62A8-850842AD4F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82760" y="5456519"/>
            <a:ext cx="3586843" cy="371625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254529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C7239E-E2D1-6527-746E-44D3EECE0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0711" y="798467"/>
            <a:ext cx="6927892" cy="1709869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4797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874FC1C-92E5-F95E-36CB-363528939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11" y="2519897"/>
            <a:ext cx="6934921" cy="10319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A495BB9-14A4-4C2A-C117-E07856C2D1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0711" y="4435164"/>
            <a:ext cx="3113613" cy="36006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  <p:sp>
        <p:nvSpPr>
          <p:cNvPr id="22" name="Espace réservé de la date 10">
            <a:extLst>
              <a:ext uri="{FF2B5EF4-FFF2-40B4-BE49-F238E27FC236}">
                <a16:creationId xmlns:a16="http://schemas.microsoft.com/office/drawing/2014/main" id="{D99121AA-989C-9E2F-6208-3A378F945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30711" y="4823313"/>
            <a:ext cx="3113613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kumimoji="0" lang="fr-FR" altLang="en-US" sz="1866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FAC09D17-D5A9-43AF-A16A-703858C92959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23" name="Arc partiel 22">
            <a:extLst>
              <a:ext uri="{FF2B5EF4-FFF2-40B4-BE49-F238E27FC236}">
                <a16:creationId xmlns:a16="http://schemas.microsoft.com/office/drawing/2014/main" id="{89EEDE69-90BB-9873-CC05-B98F29C3F6F4}"/>
              </a:ext>
            </a:extLst>
          </p:cNvPr>
          <p:cNvSpPr/>
          <p:nvPr userDrawn="1"/>
        </p:nvSpPr>
        <p:spPr>
          <a:xfrm rot="10800000">
            <a:off x="638505" y="608536"/>
            <a:ext cx="7584843" cy="7582502"/>
          </a:xfrm>
          <a:prstGeom prst="pie">
            <a:avLst>
              <a:gd name="adj1" fmla="val 0"/>
              <a:gd name="adj2" fmla="val 540355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24" name="Arc partiel 23">
            <a:extLst>
              <a:ext uri="{FF2B5EF4-FFF2-40B4-BE49-F238E27FC236}">
                <a16:creationId xmlns:a16="http://schemas.microsoft.com/office/drawing/2014/main" id="{0EC6DF8C-BAEB-7054-C3FA-272EE7144A36}"/>
              </a:ext>
            </a:extLst>
          </p:cNvPr>
          <p:cNvSpPr/>
          <p:nvPr userDrawn="1"/>
        </p:nvSpPr>
        <p:spPr>
          <a:xfrm rot="10800000">
            <a:off x="1972928" y="1943302"/>
            <a:ext cx="4916001" cy="4912969"/>
          </a:xfrm>
          <a:prstGeom prst="pie">
            <a:avLst>
              <a:gd name="adj1" fmla="val 0"/>
              <a:gd name="adj2" fmla="val 540124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5" name="Arc partiel 24">
            <a:extLst>
              <a:ext uri="{FF2B5EF4-FFF2-40B4-BE49-F238E27FC236}">
                <a16:creationId xmlns:a16="http://schemas.microsoft.com/office/drawing/2014/main" id="{D74F9823-E609-B182-BD11-BED34C68A985}"/>
              </a:ext>
            </a:extLst>
          </p:cNvPr>
          <p:cNvSpPr/>
          <p:nvPr userDrawn="1"/>
        </p:nvSpPr>
        <p:spPr>
          <a:xfrm rot="5400000">
            <a:off x="3690661" y="3651874"/>
            <a:ext cx="1493230" cy="1492800"/>
          </a:xfrm>
          <a:prstGeom prst="pie">
            <a:avLst>
              <a:gd name="adj1" fmla="val 0"/>
              <a:gd name="adj2" fmla="val 5395325"/>
            </a:avLst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6" name="Image 25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FB6C82B6-3536-624D-2856-593B3EB6A9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571AD91-738E-8728-8395-08CC5F21EB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30711" y="3579941"/>
            <a:ext cx="6927892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9772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F76F1C-E10C-4970-4BEA-91737D681C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10923" y="583408"/>
            <a:ext cx="5549709" cy="1426130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4264" b="1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 noProof="0"/>
              <a:t>Cliquez pour modifier le titre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F7F34E1-D643-C19C-346B-088EC90EF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0924" y="2353092"/>
            <a:ext cx="5543377" cy="12111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lang="fr-FR" altLang="en-US" sz="2931" b="1" i="0" kern="1200" baseline="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FFD3CA97-4ABC-2F82-5E3B-D0BD9EF667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25602" y="4799690"/>
            <a:ext cx="3935031" cy="36006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  <p:sp>
        <p:nvSpPr>
          <p:cNvPr id="16" name="Espace réservé de la date 10">
            <a:extLst>
              <a:ext uri="{FF2B5EF4-FFF2-40B4-BE49-F238E27FC236}">
                <a16:creationId xmlns:a16="http://schemas.microsoft.com/office/drawing/2014/main" id="{96ECAC4D-01A8-780D-177B-45A0CA72D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25602" y="5187839"/>
            <a:ext cx="3935031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kumimoji="0" lang="fr-FR" altLang="en-US" sz="1866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5FF7DC3C-4C1F-4AE9-8C8E-384D13DEA33A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7" name="Arc partiel 16">
            <a:extLst>
              <a:ext uri="{FF2B5EF4-FFF2-40B4-BE49-F238E27FC236}">
                <a16:creationId xmlns:a16="http://schemas.microsoft.com/office/drawing/2014/main" id="{1231087A-28AD-85E3-2A35-26FBB0D01BEF}"/>
              </a:ext>
            </a:extLst>
          </p:cNvPr>
          <p:cNvSpPr/>
          <p:nvPr userDrawn="1"/>
        </p:nvSpPr>
        <p:spPr>
          <a:xfrm rot="10800000">
            <a:off x="941081" y="487437"/>
            <a:ext cx="10080000" cy="10076889"/>
          </a:xfrm>
          <a:prstGeom prst="pie">
            <a:avLst>
              <a:gd name="adj1" fmla="val 0"/>
              <a:gd name="adj2" fmla="val 54025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18" name="Arc partiel 17">
            <a:extLst>
              <a:ext uri="{FF2B5EF4-FFF2-40B4-BE49-F238E27FC236}">
                <a16:creationId xmlns:a16="http://schemas.microsoft.com/office/drawing/2014/main" id="{2511B889-C3CA-2F33-B47C-57979570BBCB}"/>
              </a:ext>
            </a:extLst>
          </p:cNvPr>
          <p:cNvSpPr/>
          <p:nvPr userDrawn="1"/>
        </p:nvSpPr>
        <p:spPr>
          <a:xfrm rot="10800000">
            <a:off x="2621081" y="2166919"/>
            <a:ext cx="6720000" cy="6717926"/>
          </a:xfrm>
          <a:prstGeom prst="pie">
            <a:avLst>
              <a:gd name="adj1" fmla="val 0"/>
              <a:gd name="adj2" fmla="val 540151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Arc partiel 18">
            <a:extLst>
              <a:ext uri="{FF2B5EF4-FFF2-40B4-BE49-F238E27FC236}">
                <a16:creationId xmlns:a16="http://schemas.microsoft.com/office/drawing/2014/main" id="{80DB05E6-9DFC-52C7-C482-DCAF8201C00A}"/>
              </a:ext>
            </a:extLst>
          </p:cNvPr>
          <p:cNvSpPr/>
          <p:nvPr userDrawn="1"/>
        </p:nvSpPr>
        <p:spPr>
          <a:xfrm rot="16200000">
            <a:off x="4205628" y="3749883"/>
            <a:ext cx="3550904" cy="3552000"/>
          </a:xfrm>
          <a:prstGeom prst="pie">
            <a:avLst>
              <a:gd name="adj1" fmla="val 0"/>
              <a:gd name="adj2" fmla="val 5395325"/>
            </a:avLst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0" name="Image 1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9EF17C1C-A26C-C5B6-BB86-940402D40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FFC56DEC-EA23-182E-F303-3349397B27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50151" y="3865396"/>
            <a:ext cx="4204148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748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07E42F75-3EE6-2D0E-A219-684D6C0C4C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03511" y="4958194"/>
            <a:ext cx="5696040" cy="36006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  <p:sp>
        <p:nvSpPr>
          <p:cNvPr id="31" name="Espace réservé de la date 10">
            <a:extLst>
              <a:ext uri="{FF2B5EF4-FFF2-40B4-BE49-F238E27FC236}">
                <a16:creationId xmlns:a16="http://schemas.microsoft.com/office/drawing/2014/main" id="{B1AB9260-285A-C7E0-B243-7CDBDA076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99560" y="5327298"/>
            <a:ext cx="3113613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kumimoji="0" lang="fr-FR" altLang="en-US" sz="1866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B3787243-DE7D-487C-B3C8-B6722C3D2CDE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2" name="Arc partiel 31">
            <a:extLst>
              <a:ext uri="{FF2B5EF4-FFF2-40B4-BE49-F238E27FC236}">
                <a16:creationId xmlns:a16="http://schemas.microsoft.com/office/drawing/2014/main" id="{13651979-A0EB-DC1A-5903-419BE176F4B9}"/>
              </a:ext>
            </a:extLst>
          </p:cNvPr>
          <p:cNvSpPr/>
          <p:nvPr userDrawn="1"/>
        </p:nvSpPr>
        <p:spPr>
          <a:xfrm rot="5400000">
            <a:off x="255222" y="-922"/>
            <a:ext cx="5972292" cy="5974136"/>
          </a:xfrm>
          <a:prstGeom prst="pie">
            <a:avLst>
              <a:gd name="adj1" fmla="val 0"/>
              <a:gd name="adj2" fmla="val 540259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33" name="Arc partiel 32">
            <a:extLst>
              <a:ext uri="{FF2B5EF4-FFF2-40B4-BE49-F238E27FC236}">
                <a16:creationId xmlns:a16="http://schemas.microsoft.com/office/drawing/2014/main" id="{0EEF2BCA-094F-5CEC-1BE9-F1553CDFD0A4}"/>
              </a:ext>
            </a:extLst>
          </p:cNvPr>
          <p:cNvSpPr/>
          <p:nvPr userDrawn="1"/>
        </p:nvSpPr>
        <p:spPr>
          <a:xfrm rot="10800000">
            <a:off x="1398812" y="1156852"/>
            <a:ext cx="3659717" cy="3658588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34" name="Arc partiel 33">
            <a:extLst>
              <a:ext uri="{FF2B5EF4-FFF2-40B4-BE49-F238E27FC236}">
                <a16:creationId xmlns:a16="http://schemas.microsoft.com/office/drawing/2014/main" id="{00F42371-1901-F75C-9F00-CD59428D8165}"/>
              </a:ext>
            </a:extLst>
          </p:cNvPr>
          <p:cNvSpPr/>
          <p:nvPr userDrawn="1"/>
        </p:nvSpPr>
        <p:spPr>
          <a:xfrm>
            <a:off x="2028668" y="1786518"/>
            <a:ext cx="2400000" cy="2399259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5" name="Image 34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47D28C12-391E-15A7-76CB-8F9279912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6" name="Titre 3">
            <a:extLst>
              <a:ext uri="{FF2B5EF4-FFF2-40B4-BE49-F238E27FC236}">
                <a16:creationId xmlns:a16="http://schemas.microsoft.com/office/drawing/2014/main" id="{969CD35D-18E6-EB63-54F5-16FFDF11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332" y="320630"/>
            <a:ext cx="8024469" cy="1451846"/>
          </a:xfrm>
        </p:spPr>
        <p:txBody>
          <a:bodyPr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8E023C6-3BF3-F11B-6236-7DEDE05943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99561" y="4277081"/>
            <a:ext cx="7846291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52E2FC-0263-E7B5-2DBD-CE8CDC732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6331" y="2065997"/>
            <a:ext cx="8024468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59678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12B4DBE-3120-6086-8D39-87223313C1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38982" y="5499398"/>
            <a:ext cx="5986119" cy="36006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  <p:sp>
        <p:nvSpPr>
          <p:cNvPr id="13" name="Espace réservé de la date 10">
            <a:extLst>
              <a:ext uri="{FF2B5EF4-FFF2-40B4-BE49-F238E27FC236}">
                <a16:creationId xmlns:a16="http://schemas.microsoft.com/office/drawing/2014/main" id="{24A0FB18-424E-1ACC-0D10-A08918A3B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38983" y="5887546"/>
            <a:ext cx="3113613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kumimoji="0" lang="fr-FR" altLang="en-US" sz="1866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1C71963A-E7CA-424B-AD9F-E8C407B7EBCF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4" name="Arc partiel 13">
            <a:extLst>
              <a:ext uri="{FF2B5EF4-FFF2-40B4-BE49-F238E27FC236}">
                <a16:creationId xmlns:a16="http://schemas.microsoft.com/office/drawing/2014/main" id="{07FFB6C7-FF73-8A0A-3BFB-2F79D3DA0554}"/>
              </a:ext>
            </a:extLst>
          </p:cNvPr>
          <p:cNvSpPr/>
          <p:nvPr userDrawn="1"/>
        </p:nvSpPr>
        <p:spPr>
          <a:xfrm rot="16200000">
            <a:off x="2351336" y="2511217"/>
            <a:ext cx="3699421" cy="3699420"/>
          </a:xfrm>
          <a:prstGeom prst="pie">
            <a:avLst>
              <a:gd name="adj1" fmla="val 10773478"/>
              <a:gd name="adj2" fmla="val 162044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195BF82-ACB0-BD5E-0B25-228AA86CC4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10901" y="661622"/>
            <a:ext cx="7006901" cy="4432030"/>
          </a:xfrm>
          <a:prstGeom prst="rect">
            <a:avLst/>
          </a:prstGeom>
        </p:spPr>
      </p:pic>
      <p:sp>
        <p:nvSpPr>
          <p:cNvPr id="16" name="Arc partiel 15">
            <a:extLst>
              <a:ext uri="{FF2B5EF4-FFF2-40B4-BE49-F238E27FC236}">
                <a16:creationId xmlns:a16="http://schemas.microsoft.com/office/drawing/2014/main" id="{42DCC1DA-CE2B-897A-8BD5-7DF1F42333F3}"/>
              </a:ext>
            </a:extLst>
          </p:cNvPr>
          <p:cNvSpPr/>
          <p:nvPr userDrawn="1"/>
        </p:nvSpPr>
        <p:spPr>
          <a:xfrm rot="16200000">
            <a:off x="3263436" y="3441693"/>
            <a:ext cx="1875218" cy="1875219"/>
          </a:xfrm>
          <a:prstGeom prst="pie">
            <a:avLst>
              <a:gd name="adj1" fmla="val 7231"/>
              <a:gd name="adj2" fmla="val 53667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7" name="Image 16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ED7FAA12-D723-BEAC-0F69-3EF9D75ACB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2" name="Titre 3">
            <a:extLst>
              <a:ext uri="{FF2B5EF4-FFF2-40B4-BE49-F238E27FC236}">
                <a16:creationId xmlns:a16="http://schemas.microsoft.com/office/drawing/2014/main" id="{025227A4-7D4F-5B8D-7142-9A39A6D1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981" y="837913"/>
            <a:ext cx="7446619" cy="1542404"/>
          </a:xfrm>
        </p:spPr>
        <p:txBody>
          <a:bodyPr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8D94DF4-936A-BB00-E555-FD24A3B634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38983" y="4658879"/>
            <a:ext cx="7320404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D8079F2-AAA5-1E22-E27C-6DDF9DDC3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8983" y="2445768"/>
            <a:ext cx="7446617" cy="9304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44496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partiel 4">
            <a:extLst>
              <a:ext uri="{FF2B5EF4-FFF2-40B4-BE49-F238E27FC236}">
                <a16:creationId xmlns:a16="http://schemas.microsoft.com/office/drawing/2014/main" id="{1C18FE1E-625F-CF83-89F3-A80BAAEBAB01}"/>
              </a:ext>
            </a:extLst>
          </p:cNvPr>
          <p:cNvSpPr/>
          <p:nvPr userDrawn="1"/>
        </p:nvSpPr>
        <p:spPr>
          <a:xfrm>
            <a:off x="1932941" y="1673484"/>
            <a:ext cx="2592288" cy="2592288"/>
          </a:xfrm>
          <a:prstGeom prst="pie">
            <a:avLst>
              <a:gd name="adj1" fmla="val 16188964"/>
              <a:gd name="adj2" fmla="val 212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648E8D-6183-4B0D-588C-B3358E1E6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25681" y="2368253"/>
            <a:ext cx="5345879" cy="3381395"/>
          </a:xfrm>
          <a:prstGeom prst="rect">
            <a:avLst/>
          </a:prstGeom>
        </p:spPr>
      </p:pic>
      <p:sp>
        <p:nvSpPr>
          <p:cNvPr id="7" name="Arc partiel 6">
            <a:extLst>
              <a:ext uri="{FF2B5EF4-FFF2-40B4-BE49-F238E27FC236}">
                <a16:creationId xmlns:a16="http://schemas.microsoft.com/office/drawing/2014/main" id="{F6D6CB8F-6EDA-CA55-5EFA-2EEB491C2152}"/>
              </a:ext>
            </a:extLst>
          </p:cNvPr>
          <p:cNvSpPr/>
          <p:nvPr userDrawn="1"/>
        </p:nvSpPr>
        <p:spPr>
          <a:xfrm>
            <a:off x="1202239" y="937456"/>
            <a:ext cx="4067725" cy="4064345"/>
          </a:xfrm>
          <a:prstGeom prst="pie">
            <a:avLst>
              <a:gd name="adj1" fmla="val 10807401"/>
              <a:gd name="adj2" fmla="val 1619931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Image 7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C1A9A7A0-3E59-7861-48E8-0A40528680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2" name="Titre 3">
            <a:extLst>
              <a:ext uri="{FF2B5EF4-FFF2-40B4-BE49-F238E27FC236}">
                <a16:creationId xmlns:a16="http://schemas.microsoft.com/office/drawing/2014/main" id="{2248A620-7D77-1737-AC22-DFF681D2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952" y="3130959"/>
            <a:ext cx="8191501" cy="1416589"/>
          </a:xfrm>
        </p:spPr>
        <p:txBody>
          <a:bodyPr anchor="ctr"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E4F696B-801F-8FA1-4A4A-C90E0D3F85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63951" y="5282082"/>
            <a:ext cx="8191500" cy="323090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e la date 10">
            <a:extLst>
              <a:ext uri="{FF2B5EF4-FFF2-40B4-BE49-F238E27FC236}">
                <a16:creationId xmlns:a16="http://schemas.microsoft.com/office/drawing/2014/main" id="{109F54DC-C1D0-EB19-2E6E-112609D6B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82534" y="6202208"/>
            <a:ext cx="2030068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altLang="en-US" sz="1866" b="0" i="0" kern="1200" baseline="0" smtClean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A8E3EF16-DD2F-460B-9DCB-F85F03A452D7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89D04F6-336D-C2DD-723A-3A642065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3951" y="4563871"/>
            <a:ext cx="8191500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E6467A2-9D06-521C-C809-1DBF59D742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30853" y="6202208"/>
            <a:ext cx="4351681" cy="323090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289476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partiel 1">
            <a:extLst>
              <a:ext uri="{FF2B5EF4-FFF2-40B4-BE49-F238E27FC236}">
                <a16:creationId xmlns:a16="http://schemas.microsoft.com/office/drawing/2014/main" id="{19C79339-0117-E008-23AE-65616647269D}"/>
              </a:ext>
            </a:extLst>
          </p:cNvPr>
          <p:cNvSpPr/>
          <p:nvPr userDrawn="1"/>
        </p:nvSpPr>
        <p:spPr>
          <a:xfrm>
            <a:off x="1952293" y="1950923"/>
            <a:ext cx="2592288" cy="2592288"/>
          </a:xfrm>
          <a:prstGeom prst="pie">
            <a:avLst>
              <a:gd name="adj1" fmla="val 16183733"/>
              <a:gd name="adj2" fmla="val 2156846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" name="Arc partiel 4">
            <a:extLst>
              <a:ext uri="{FF2B5EF4-FFF2-40B4-BE49-F238E27FC236}">
                <a16:creationId xmlns:a16="http://schemas.microsoft.com/office/drawing/2014/main" id="{67A6D099-401B-375A-5D02-8A1D8685B6B9}"/>
              </a:ext>
            </a:extLst>
          </p:cNvPr>
          <p:cNvSpPr/>
          <p:nvPr userDrawn="1"/>
        </p:nvSpPr>
        <p:spPr>
          <a:xfrm>
            <a:off x="1214575" y="1213204"/>
            <a:ext cx="4070400" cy="4067725"/>
          </a:xfrm>
          <a:prstGeom prst="pie">
            <a:avLst>
              <a:gd name="adj1" fmla="val 5404741"/>
              <a:gd name="adj2" fmla="val 1083290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70136E-8B50-05CD-AE92-14B6EBE61E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413" y="644692"/>
            <a:ext cx="2433024" cy="2602377"/>
          </a:xfrm>
          <a:prstGeom prst="rect">
            <a:avLst/>
          </a:prstGeom>
        </p:spPr>
      </p:pic>
      <p:pic>
        <p:nvPicPr>
          <p:cNvPr id="8" name="Image 7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7F8E1923-65E3-3DCF-8231-2DC0BC46BA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13" name="Titre 3">
            <a:extLst>
              <a:ext uri="{FF2B5EF4-FFF2-40B4-BE49-F238E27FC236}">
                <a16:creationId xmlns:a16="http://schemas.microsoft.com/office/drawing/2014/main" id="{EC7FB65D-31D6-8650-981C-7E875AD3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2" y="3328378"/>
            <a:ext cx="8553449" cy="1416589"/>
          </a:xfrm>
        </p:spPr>
        <p:txBody>
          <a:bodyPr anchor="ctr"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66D9257A-9E24-F308-E33F-B191B87806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59151" y="5479501"/>
            <a:ext cx="8553448" cy="323090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5" name="Espace réservé de la date 10">
            <a:extLst>
              <a:ext uri="{FF2B5EF4-FFF2-40B4-BE49-F238E27FC236}">
                <a16:creationId xmlns:a16="http://schemas.microsoft.com/office/drawing/2014/main" id="{FE0A4C83-A0A9-FE23-48B1-BD89639A3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82534" y="6202208"/>
            <a:ext cx="2030068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lang="fr-FR" altLang="en-US" sz="1866" b="0" i="0" kern="1200" baseline="0" smtClean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EC1505A0-DBBA-4B32-9C87-CD6FCC7D9712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132646C-6E40-B04D-D808-566F05568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51" y="4761290"/>
            <a:ext cx="8553448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BD748224-0959-3392-B225-A62F5E58B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30853" y="6202208"/>
            <a:ext cx="4351681" cy="323090"/>
          </a:xfrm>
        </p:spPr>
        <p:txBody>
          <a:bodyPr/>
          <a:lstStyle>
            <a:lvl1pPr marL="0" marR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</p:spTree>
    <p:extLst>
      <p:ext uri="{BB962C8B-B14F-4D97-AF65-F5344CB8AC3E}">
        <p14:creationId xmlns:p14="http://schemas.microsoft.com/office/powerpoint/2010/main" val="152650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c partiel 5">
            <a:extLst>
              <a:ext uri="{FF2B5EF4-FFF2-40B4-BE49-F238E27FC236}">
                <a16:creationId xmlns:a16="http://schemas.microsoft.com/office/drawing/2014/main" id="{B8C4AD3B-87B4-1750-7DC5-7AF5243D6457}"/>
              </a:ext>
            </a:extLst>
          </p:cNvPr>
          <p:cNvSpPr/>
          <p:nvPr userDrawn="1"/>
        </p:nvSpPr>
        <p:spPr>
          <a:xfrm>
            <a:off x="3045754" y="3499278"/>
            <a:ext cx="1860327" cy="1861471"/>
          </a:xfrm>
          <a:prstGeom prst="pie">
            <a:avLst>
              <a:gd name="adj1" fmla="val 16180014"/>
              <a:gd name="adj2" fmla="val 21595294"/>
            </a:avLst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017313A6-447F-4514-ADAD-69D13E721338}"/>
              </a:ext>
            </a:extLst>
          </p:cNvPr>
          <p:cNvSpPr/>
          <p:nvPr userDrawn="1"/>
        </p:nvSpPr>
        <p:spPr>
          <a:xfrm rot="5400000">
            <a:off x="2154702" y="2603222"/>
            <a:ext cx="3646874" cy="3648000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93D9147-BD24-0EDC-C608-56E18E8000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243"/>
          <a:stretch/>
        </p:blipFill>
        <p:spPr>
          <a:xfrm>
            <a:off x="463539" y="789513"/>
            <a:ext cx="4345804" cy="3641418"/>
          </a:xfrm>
          <a:prstGeom prst="rect">
            <a:avLst/>
          </a:prstGeom>
        </p:spPr>
      </p:pic>
      <p:pic>
        <p:nvPicPr>
          <p:cNvPr id="9" name="Image 8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3612BDA3-CF25-EA96-533F-9DD24E0DC9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" y="5883901"/>
            <a:ext cx="3674616" cy="959704"/>
          </a:xfrm>
          <a:prstGeom prst="rect">
            <a:avLst/>
          </a:prstGeom>
        </p:spPr>
      </p:pic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7E0C931C-88D8-4071-F8D6-CF4CEFA41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2011" y="5251132"/>
            <a:ext cx="5696040" cy="36006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fr-FR" alt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Type de document</a:t>
            </a: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12DD1B74-64A6-5116-6BA7-BD279D1D4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98060" y="5620235"/>
            <a:ext cx="3113613" cy="32309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kumimoji="0" lang="fr-FR" altLang="en-US" sz="1866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218408" fontAlgn="base">
              <a:spcBef>
                <a:spcPct val="0"/>
              </a:spcBef>
              <a:buClr>
                <a:srgbClr val="FFFFFF"/>
              </a:buClr>
            </a:pPr>
            <a:fld id="{19BFBBAB-0172-409D-8818-54886EE93BB5}" type="datetime1">
              <a:rPr lang="fr-FR" smtClean="0"/>
              <a:pPr defTabSz="1218408" fontAlgn="base">
                <a:spcBef>
                  <a:spcPct val="0"/>
                </a:spcBef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2" name="Titre 3">
            <a:extLst>
              <a:ext uri="{FF2B5EF4-FFF2-40B4-BE49-F238E27FC236}">
                <a16:creationId xmlns:a16="http://schemas.microsoft.com/office/drawing/2014/main" id="{4232EC20-02CF-EBB1-9437-AB69C3A4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7531" y="466675"/>
            <a:ext cx="7776820" cy="1451846"/>
          </a:xfrm>
        </p:spPr>
        <p:txBody>
          <a:bodyPr/>
          <a:lstStyle>
            <a:lvl1pPr>
              <a:defRPr sz="5330">
                <a:latin typeface="+mn-lt"/>
              </a:defRPr>
            </a:lvl1pPr>
          </a:lstStyle>
          <a:p>
            <a:r>
              <a:rPr lang="fr-FR" noProof="0"/>
              <a:t>Modifiez le style du titre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79BDC6BF-6A3B-B177-8764-3D97461A3D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98061" y="4570018"/>
            <a:ext cx="7846291" cy="672075"/>
          </a:xfrm>
        </p:spPr>
        <p:txBody>
          <a:bodyPr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modifier les styles du texte du masque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8281B0D-96BF-011B-ACE8-80FF3BF33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7533" y="2212044"/>
            <a:ext cx="7776819" cy="701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731" b="1" baseline="0">
                <a:solidFill>
                  <a:schemeClr val="tx1"/>
                </a:solidFill>
                <a:latin typeface="+mn-lt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4737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81EA443-56C0-40F5-BF8A-AD57DCEFF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fr-FR" altLang="en-US" sz="4797" b="1" i="0" kern="1200" baseline="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Agenda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8275AC5-8124-FEA5-1DD7-E06EF65311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736" y="1601885"/>
            <a:ext cx="11298765" cy="4311358"/>
          </a:xfrm>
        </p:spPr>
        <p:txBody>
          <a:bodyPr lIns="0" rIns="0" anchor="ctr">
            <a:normAutofit/>
          </a:bodyPr>
          <a:lstStyle>
            <a:lvl1pPr marL="609205" marR="0" indent="-609205" algn="l" defTabSz="121840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 lang="fr-FR" sz="2798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941305" marR="0" indent="-456902" algn="l" defTabSz="913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lphaLcParenR"/>
              <a:tabLst/>
              <a:defRPr sz="2266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277635" indent="0">
              <a:buFont typeface="Helvetica 45 Light" panose="020B0403020202020204" pitchFamily="34" charset="0"/>
              <a:buNone/>
              <a:defRPr sz="1866">
                <a:solidFill>
                  <a:schemeClr val="tx1"/>
                </a:solidFill>
                <a:latin typeface="Helvetica 45 Light" panose="020B0403020202020204" pitchFamily="34" charset="0"/>
              </a:defRPr>
            </a:lvl3pPr>
          </a:lstStyle>
          <a:p>
            <a:pPr lvl="0"/>
            <a:r>
              <a:rPr lang="fr-FR" noProof="0"/>
              <a:t>Titre</a:t>
            </a:r>
          </a:p>
          <a:p>
            <a:pPr lvl="1"/>
            <a:r>
              <a:rPr lang="fr-FR" noProof="0"/>
              <a:t>Sous-titre</a:t>
            </a:r>
          </a:p>
          <a:p>
            <a:pPr lvl="1"/>
            <a:r>
              <a:rPr lang="fr-FR" noProof="0"/>
              <a:t>Sous-titre</a:t>
            </a:r>
          </a:p>
          <a:p>
            <a:pPr lvl="0"/>
            <a:r>
              <a:rPr lang="fr-FR" noProof="0"/>
              <a:t>Titre</a:t>
            </a:r>
          </a:p>
          <a:p>
            <a:pPr lvl="1"/>
            <a:r>
              <a:rPr lang="fr-FR" noProof="0"/>
              <a:t>Sous-titre</a:t>
            </a:r>
          </a:p>
          <a:p>
            <a:pPr lvl="1"/>
            <a:r>
              <a:rPr lang="fr-FR" noProof="0"/>
              <a:t>Sous-titre</a:t>
            </a:r>
          </a:p>
          <a:p>
            <a:pPr lvl="0"/>
            <a:r>
              <a:rPr lang="fr-FR" noProof="0"/>
              <a:t>Titre</a:t>
            </a:r>
          </a:p>
          <a:p>
            <a:pPr lvl="1"/>
            <a:r>
              <a:rPr lang="fr-FR" noProof="0"/>
              <a:t>Sous-titre</a:t>
            </a:r>
          </a:p>
          <a:p>
            <a:pPr lvl="1"/>
            <a:r>
              <a:rPr lang="fr-FR" noProof="0"/>
              <a:t>Sous-titre</a:t>
            </a:r>
          </a:p>
        </p:txBody>
      </p:sp>
      <p:sp>
        <p:nvSpPr>
          <p:cNvPr id="12" name="Espace réservé de la date 1">
            <a:extLst>
              <a:ext uri="{FF2B5EF4-FFF2-40B4-BE49-F238E27FC236}">
                <a16:creationId xmlns:a16="http://schemas.microsoft.com/office/drawing/2014/main" id="{A25F6570-B9DF-946E-0901-C5689425AB2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52276" y="6263404"/>
            <a:ext cx="1995224" cy="36395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6688788A-310B-4EDB-A8FE-D32C0D3486B0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3" name="Espace réservé du numéro de diapositive 3">
            <a:extLst>
              <a:ext uri="{FF2B5EF4-FFF2-40B4-BE49-F238E27FC236}">
                <a16:creationId xmlns:a16="http://schemas.microsoft.com/office/drawing/2014/main" id="{8629C56B-99E7-5755-8791-330D34E0018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838FCABE-17A2-7221-3F1C-229A019D192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</p:spTree>
    <p:extLst>
      <p:ext uri="{BB962C8B-B14F-4D97-AF65-F5344CB8AC3E}">
        <p14:creationId xmlns:p14="http://schemas.microsoft.com/office/powerpoint/2010/main" val="297809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5A87F-14D2-4C5D-8A3F-8C560824F4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B894CE60-5089-4F75-837D-AF7672E58BAF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4" name="Espace réservé du texte 17">
            <a:extLst>
              <a:ext uri="{FF2B5EF4-FFF2-40B4-BE49-F238E27FC236}">
                <a16:creationId xmlns:a16="http://schemas.microsoft.com/office/drawing/2014/main" id="{1EF50E68-7733-B4C9-3F9C-A2B9797D8B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75296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5" name="Espace réservé du texte 17">
            <a:extLst>
              <a:ext uri="{FF2B5EF4-FFF2-40B4-BE49-F238E27FC236}">
                <a16:creationId xmlns:a16="http://schemas.microsoft.com/office/drawing/2014/main" id="{5A7F235E-92FA-DD8A-5A20-9A33C18BBF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4464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44B5C685-4AF3-372C-F315-482A285BEC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3632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F26832BD-C1E2-EDB3-085F-4DC3F30F8D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462799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32A793-7418-73AE-CAF7-422C350BD696}"/>
              </a:ext>
            </a:extLst>
          </p:cNvPr>
          <p:cNvSpPr txBox="1"/>
          <p:nvPr userDrawn="1"/>
        </p:nvSpPr>
        <p:spPr>
          <a:xfrm>
            <a:off x="558800" y="2582889"/>
            <a:ext cx="3505200" cy="682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4264" b="1" i="0" kern="1200" baseline="0" noProof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6C624690-7EE1-446C-BBA7-B6B20B4F80B9}"/>
              </a:ext>
            </a:extLst>
          </p:cNvPr>
          <p:cNvSpPr/>
          <p:nvPr userDrawn="1"/>
        </p:nvSpPr>
        <p:spPr>
          <a:xfrm rot="5400000">
            <a:off x="667285" y="676105"/>
            <a:ext cx="5593918" cy="5595645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8" name="Arc partiel 7">
            <a:extLst>
              <a:ext uri="{FF2B5EF4-FFF2-40B4-BE49-F238E27FC236}">
                <a16:creationId xmlns:a16="http://schemas.microsoft.com/office/drawing/2014/main" id="{1F913C9C-A470-ABC5-9F37-7815122098F6}"/>
              </a:ext>
            </a:extLst>
          </p:cNvPr>
          <p:cNvSpPr/>
          <p:nvPr userDrawn="1"/>
        </p:nvSpPr>
        <p:spPr>
          <a:xfrm rot="5400000">
            <a:off x="1817418" y="1826593"/>
            <a:ext cx="3293652" cy="3294669"/>
          </a:xfrm>
          <a:prstGeom prst="pie">
            <a:avLst>
              <a:gd name="adj1" fmla="val 0"/>
              <a:gd name="adj2" fmla="val 5401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" name="Arc partiel 8">
            <a:extLst>
              <a:ext uri="{FF2B5EF4-FFF2-40B4-BE49-F238E27FC236}">
                <a16:creationId xmlns:a16="http://schemas.microsoft.com/office/drawing/2014/main" id="{C149C01C-5E7B-1936-CC78-126515364635}"/>
              </a:ext>
            </a:extLst>
          </p:cNvPr>
          <p:cNvSpPr/>
          <p:nvPr userDrawn="1"/>
        </p:nvSpPr>
        <p:spPr>
          <a:xfrm rot="5400000" flipH="1" flipV="1">
            <a:off x="763471" y="772321"/>
            <a:ext cx="5401546" cy="5403213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pic>
        <p:nvPicPr>
          <p:cNvPr id="4" name="Image 3" descr="Une image contenant personne, Visage humain, ordinateur, habits&#10;&#10;Description générée automatiquement">
            <a:extLst>
              <a:ext uri="{FF2B5EF4-FFF2-40B4-BE49-F238E27FC236}">
                <a16:creationId xmlns:a16="http://schemas.microsoft.com/office/drawing/2014/main" id="{98CA9C5E-BE3F-3B2D-BD76-BAFB2AA328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928882" y="616935"/>
            <a:ext cx="4305113" cy="2863353"/>
          </a:xfrm>
          <a:prstGeom prst="rect">
            <a:avLst/>
          </a:prstGeom>
        </p:spPr>
      </p:pic>
      <p:sp>
        <p:nvSpPr>
          <p:cNvPr id="3" name="Espace réservé du texte 17">
            <a:extLst>
              <a:ext uri="{FF2B5EF4-FFF2-40B4-BE49-F238E27FC236}">
                <a16:creationId xmlns:a16="http://schemas.microsoft.com/office/drawing/2014/main" id="{3D56CC8B-869D-0935-595D-2CB2DE0996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5772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3" name="Espace réservé du numéro de diapositive 3">
            <a:extLst>
              <a:ext uri="{FF2B5EF4-FFF2-40B4-BE49-F238E27FC236}">
                <a16:creationId xmlns:a16="http://schemas.microsoft.com/office/drawing/2014/main" id="{75A0F692-87BE-BEB0-11D1-C172C21497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24" name="Espace réservé du pied de page 2">
            <a:extLst>
              <a:ext uri="{FF2B5EF4-FFF2-40B4-BE49-F238E27FC236}">
                <a16:creationId xmlns:a16="http://schemas.microsoft.com/office/drawing/2014/main" id="{E5CBCF1D-8F5A-2395-ECD1-B2F2985CCE7E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6E4A430D-37F3-B17C-771E-70D42A074D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45772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8" name="Espace réservé du texte 17">
            <a:extLst>
              <a:ext uri="{FF2B5EF4-FFF2-40B4-BE49-F238E27FC236}">
                <a16:creationId xmlns:a16="http://schemas.microsoft.com/office/drawing/2014/main" id="{9D598A9C-62E7-4531-2BBE-FFE93B5962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74635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9" name="Espace réservé du texte 26">
            <a:extLst>
              <a:ext uri="{FF2B5EF4-FFF2-40B4-BE49-F238E27FC236}">
                <a16:creationId xmlns:a16="http://schemas.microsoft.com/office/drawing/2014/main" id="{1F93FDD7-CAAC-CEA7-8D02-8060DE209F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74635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0" name="Espace réservé du texte 17">
            <a:extLst>
              <a:ext uri="{FF2B5EF4-FFF2-40B4-BE49-F238E27FC236}">
                <a16:creationId xmlns:a16="http://schemas.microsoft.com/office/drawing/2014/main" id="{54F26A70-A3A3-CA6D-D8E5-48C0C6A9B7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07839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1" name="Espace réservé du texte 26">
            <a:extLst>
              <a:ext uri="{FF2B5EF4-FFF2-40B4-BE49-F238E27FC236}">
                <a16:creationId xmlns:a16="http://schemas.microsoft.com/office/drawing/2014/main" id="{046663C0-E49B-E131-A107-A7447F42B75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07839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2" name="Espace réservé du texte 17">
            <a:extLst>
              <a:ext uri="{FF2B5EF4-FFF2-40B4-BE49-F238E27FC236}">
                <a16:creationId xmlns:a16="http://schemas.microsoft.com/office/drawing/2014/main" id="{33F8DBCF-7162-4B29-59BF-AFEBECECC20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733632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3" name="Espace réservé du texte 26">
            <a:extLst>
              <a:ext uri="{FF2B5EF4-FFF2-40B4-BE49-F238E27FC236}">
                <a16:creationId xmlns:a16="http://schemas.microsoft.com/office/drawing/2014/main" id="{B621717C-AFD9-1A9C-B029-A4FD5993B3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33632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4" name="Espace réservé du texte 17">
            <a:extLst>
              <a:ext uri="{FF2B5EF4-FFF2-40B4-BE49-F238E27FC236}">
                <a16:creationId xmlns:a16="http://schemas.microsoft.com/office/drawing/2014/main" id="{0FB9DC27-0BD5-BE28-0AF0-F3ABD10F3E0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62799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5" name="Espace réservé du texte 26">
            <a:extLst>
              <a:ext uri="{FF2B5EF4-FFF2-40B4-BE49-F238E27FC236}">
                <a16:creationId xmlns:a16="http://schemas.microsoft.com/office/drawing/2014/main" id="{55B17A0E-E4F7-0925-0EE6-CAB9DCEC3F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62799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6" name="Espace réservé du texte 17">
            <a:extLst>
              <a:ext uri="{FF2B5EF4-FFF2-40B4-BE49-F238E27FC236}">
                <a16:creationId xmlns:a16="http://schemas.microsoft.com/office/drawing/2014/main" id="{C7441A9E-9117-FE5B-2A33-0286A4C237A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546128" y="3682388"/>
            <a:ext cx="1673072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3855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partiel 3">
            <a:extLst>
              <a:ext uri="{FF2B5EF4-FFF2-40B4-BE49-F238E27FC236}">
                <a16:creationId xmlns:a16="http://schemas.microsoft.com/office/drawing/2014/main" id="{64D105A9-68C2-3950-7128-3A290A7A670D}"/>
              </a:ext>
            </a:extLst>
          </p:cNvPr>
          <p:cNvSpPr/>
          <p:nvPr userDrawn="1"/>
        </p:nvSpPr>
        <p:spPr>
          <a:xfrm rot="5400000">
            <a:off x="667285" y="676105"/>
            <a:ext cx="5593918" cy="5595645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59B82631-096D-248B-ACA5-97A4EF897E40}"/>
              </a:ext>
            </a:extLst>
          </p:cNvPr>
          <p:cNvSpPr/>
          <p:nvPr userDrawn="1"/>
        </p:nvSpPr>
        <p:spPr>
          <a:xfrm rot="5400000">
            <a:off x="1817418" y="1826593"/>
            <a:ext cx="3293652" cy="3294669"/>
          </a:xfrm>
          <a:prstGeom prst="pie">
            <a:avLst>
              <a:gd name="adj1" fmla="val 0"/>
              <a:gd name="adj2" fmla="val 5401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5A87F-14D2-4C5D-8A3F-8C560824F4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9354D763-8A73-4C30-8492-351BF750AFDA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Arc partiel 4">
            <a:extLst>
              <a:ext uri="{FF2B5EF4-FFF2-40B4-BE49-F238E27FC236}">
                <a16:creationId xmlns:a16="http://schemas.microsoft.com/office/drawing/2014/main" id="{AEF6FF9A-F597-2D5A-F666-F6FD337947BB}"/>
              </a:ext>
            </a:extLst>
          </p:cNvPr>
          <p:cNvSpPr/>
          <p:nvPr userDrawn="1"/>
        </p:nvSpPr>
        <p:spPr>
          <a:xfrm rot="16200000">
            <a:off x="761105" y="769951"/>
            <a:ext cx="5406283" cy="5407952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F39DDC-D7C8-5043-68F4-1AF9AD3F2C19}"/>
              </a:ext>
            </a:extLst>
          </p:cNvPr>
          <p:cNvSpPr txBox="1"/>
          <p:nvPr userDrawn="1"/>
        </p:nvSpPr>
        <p:spPr>
          <a:xfrm>
            <a:off x="558800" y="2582889"/>
            <a:ext cx="3505200" cy="682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4264" b="1" i="0" kern="1200" baseline="0" noProof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8B351C1E-634B-CEC5-3080-024D2079A1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D65BBBC1-2B10-CFF7-29B9-7D0CEC98B0D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DAAFFB77-10AA-5AA4-DCB5-4B14BC2F42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46129" y="3682388"/>
            <a:ext cx="3684871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6B7B8311-1AB8-A0DB-2471-FDEA57A411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628" y="3679985"/>
            <a:ext cx="3684872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7" name="Espace réservé du texte 17">
            <a:extLst>
              <a:ext uri="{FF2B5EF4-FFF2-40B4-BE49-F238E27FC236}">
                <a16:creationId xmlns:a16="http://schemas.microsoft.com/office/drawing/2014/main" id="{92C91DB0-D15C-123B-0AC6-A2F4DA5015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5772" y="4369742"/>
            <a:ext cx="36864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F9EF00DB-F132-E613-77B9-F38871D944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45772" y="4720826"/>
            <a:ext cx="36864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19" name="Espace réservé du texte 17">
            <a:extLst>
              <a:ext uri="{FF2B5EF4-FFF2-40B4-BE49-F238E27FC236}">
                <a16:creationId xmlns:a16="http://schemas.microsoft.com/office/drawing/2014/main" id="{3ABBC7D7-2FDD-4428-A9BE-F723DB21D85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2628" y="4369742"/>
            <a:ext cx="3684872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1DC4AE48-1018-F424-07AB-D541B4D1CC0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2628" y="4720826"/>
            <a:ext cx="3684872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partiel 3">
            <a:extLst>
              <a:ext uri="{FF2B5EF4-FFF2-40B4-BE49-F238E27FC236}">
                <a16:creationId xmlns:a16="http://schemas.microsoft.com/office/drawing/2014/main" id="{64D105A9-68C2-3950-7128-3A290A7A670D}"/>
              </a:ext>
            </a:extLst>
          </p:cNvPr>
          <p:cNvSpPr/>
          <p:nvPr userDrawn="1"/>
        </p:nvSpPr>
        <p:spPr>
          <a:xfrm rot="5400000">
            <a:off x="667285" y="676105"/>
            <a:ext cx="5593918" cy="5595645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j-lt"/>
              </a:rPr>
              <a:t>  </a:t>
            </a: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59B82631-096D-248B-ACA5-97A4EF897E40}"/>
              </a:ext>
            </a:extLst>
          </p:cNvPr>
          <p:cNvSpPr/>
          <p:nvPr userDrawn="1"/>
        </p:nvSpPr>
        <p:spPr>
          <a:xfrm rot="5400000">
            <a:off x="1817418" y="1826593"/>
            <a:ext cx="3293652" cy="3294669"/>
          </a:xfrm>
          <a:prstGeom prst="pie">
            <a:avLst>
              <a:gd name="adj1" fmla="val 0"/>
              <a:gd name="adj2" fmla="val 5401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5A87F-14D2-4C5D-8A3F-8C560824F4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7F514FD4-B1C7-4BC3-8705-33A0A62C6B2B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Arc partiel 4">
            <a:extLst>
              <a:ext uri="{FF2B5EF4-FFF2-40B4-BE49-F238E27FC236}">
                <a16:creationId xmlns:a16="http://schemas.microsoft.com/office/drawing/2014/main" id="{AEF6FF9A-F597-2D5A-F666-F6FD337947BB}"/>
              </a:ext>
            </a:extLst>
          </p:cNvPr>
          <p:cNvSpPr/>
          <p:nvPr userDrawn="1"/>
        </p:nvSpPr>
        <p:spPr>
          <a:xfrm rot="16200000">
            <a:off x="761105" y="769951"/>
            <a:ext cx="5406283" cy="5407952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F39DDC-D7C8-5043-68F4-1AF9AD3F2C19}"/>
              </a:ext>
            </a:extLst>
          </p:cNvPr>
          <p:cNvSpPr txBox="1"/>
          <p:nvPr userDrawn="1"/>
        </p:nvSpPr>
        <p:spPr>
          <a:xfrm>
            <a:off x="558800" y="2582889"/>
            <a:ext cx="3505200" cy="682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4264" b="1" i="0" kern="1200" baseline="0" noProof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D51D74CC-4D0D-3C06-9690-3AC3C45163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AB6DCEF8-B678-6AC3-92A6-48E7951F5D9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B6B24B8B-1174-858D-6966-CC0042E60B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94812" y="3679878"/>
            <a:ext cx="2304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82B868AF-846A-2CBA-4AB4-077F2E8404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43500" y="3679878"/>
            <a:ext cx="2304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21" name="Espace réservé du texte 17">
            <a:extLst>
              <a:ext uri="{FF2B5EF4-FFF2-40B4-BE49-F238E27FC236}">
                <a16:creationId xmlns:a16="http://schemas.microsoft.com/office/drawing/2014/main" id="{C043EBF6-6629-4BC8-0DBE-12A1D440E2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45772" y="4369742"/>
            <a:ext cx="2304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2" name="Espace réservé du texte 26">
            <a:extLst>
              <a:ext uri="{FF2B5EF4-FFF2-40B4-BE49-F238E27FC236}">
                <a16:creationId xmlns:a16="http://schemas.microsoft.com/office/drawing/2014/main" id="{D3E74078-AB1E-9321-2EC1-9DDC4852588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45772" y="4720826"/>
            <a:ext cx="2304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3" name="Espace réservé du texte 17">
            <a:extLst>
              <a:ext uri="{FF2B5EF4-FFF2-40B4-BE49-F238E27FC236}">
                <a16:creationId xmlns:a16="http://schemas.microsoft.com/office/drawing/2014/main" id="{84DDF389-1B91-C35C-DD32-D8AE7658482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94809" y="4369742"/>
            <a:ext cx="2304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4" name="Espace réservé du texte 26">
            <a:extLst>
              <a:ext uri="{FF2B5EF4-FFF2-40B4-BE49-F238E27FC236}">
                <a16:creationId xmlns:a16="http://schemas.microsoft.com/office/drawing/2014/main" id="{1C323C0D-58AF-76D2-7FF0-A9D5EFF8A0E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94809" y="4720826"/>
            <a:ext cx="2304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48D14B36-AB88-4819-0889-434C6053DE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43500" y="4369742"/>
            <a:ext cx="2304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6" name="Espace réservé du texte 26">
            <a:extLst>
              <a:ext uri="{FF2B5EF4-FFF2-40B4-BE49-F238E27FC236}">
                <a16:creationId xmlns:a16="http://schemas.microsoft.com/office/drawing/2014/main" id="{C65963D5-10FF-87A4-66EF-5C27C5CEFD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3500" y="4720826"/>
            <a:ext cx="2304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1A034DE8-4BC6-6F38-D6B1-27109F9FEA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6127" y="3682388"/>
            <a:ext cx="2303644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9332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partiel 3">
            <a:extLst>
              <a:ext uri="{FF2B5EF4-FFF2-40B4-BE49-F238E27FC236}">
                <a16:creationId xmlns:a16="http://schemas.microsoft.com/office/drawing/2014/main" id="{64D105A9-68C2-3950-7128-3A290A7A670D}"/>
              </a:ext>
            </a:extLst>
          </p:cNvPr>
          <p:cNvSpPr/>
          <p:nvPr userDrawn="1"/>
        </p:nvSpPr>
        <p:spPr>
          <a:xfrm rot="5400000">
            <a:off x="667285" y="676105"/>
            <a:ext cx="5593918" cy="5595645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59B82631-096D-248B-ACA5-97A4EF897E40}"/>
              </a:ext>
            </a:extLst>
          </p:cNvPr>
          <p:cNvSpPr/>
          <p:nvPr userDrawn="1"/>
        </p:nvSpPr>
        <p:spPr>
          <a:xfrm rot="5400000">
            <a:off x="1817418" y="1826593"/>
            <a:ext cx="3293652" cy="3294669"/>
          </a:xfrm>
          <a:prstGeom prst="pie">
            <a:avLst>
              <a:gd name="adj1" fmla="val 0"/>
              <a:gd name="adj2" fmla="val 5401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5A87F-14D2-4C5D-8A3F-8C560824F4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0A8315BE-6B60-457D-A437-FD267A0D439E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Arc partiel 4">
            <a:extLst>
              <a:ext uri="{FF2B5EF4-FFF2-40B4-BE49-F238E27FC236}">
                <a16:creationId xmlns:a16="http://schemas.microsoft.com/office/drawing/2014/main" id="{AEF6FF9A-F597-2D5A-F666-F6FD337947BB}"/>
              </a:ext>
            </a:extLst>
          </p:cNvPr>
          <p:cNvSpPr/>
          <p:nvPr userDrawn="1"/>
        </p:nvSpPr>
        <p:spPr>
          <a:xfrm rot="16200000">
            <a:off x="761105" y="769951"/>
            <a:ext cx="5406283" cy="5407952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F39DDC-D7C8-5043-68F4-1AF9AD3F2C19}"/>
              </a:ext>
            </a:extLst>
          </p:cNvPr>
          <p:cNvSpPr txBox="1"/>
          <p:nvPr userDrawn="1"/>
        </p:nvSpPr>
        <p:spPr>
          <a:xfrm>
            <a:off x="558800" y="2582889"/>
            <a:ext cx="3505200" cy="682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4264" b="1" i="0" kern="1200" baseline="0" noProof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113546FB-A7D0-B58B-D69B-92F07E7D18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44E2BFF2-0D6F-09A7-C437-8FF81A312427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8" name="Espace réservé du texte 17">
            <a:extLst>
              <a:ext uri="{FF2B5EF4-FFF2-40B4-BE49-F238E27FC236}">
                <a16:creationId xmlns:a16="http://schemas.microsoft.com/office/drawing/2014/main" id="{E91E6872-1D47-6A63-3A1C-1D7CB139B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6128" y="3682388"/>
            <a:ext cx="2064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0" name="Espace réservé du texte 17">
            <a:extLst>
              <a:ext uri="{FF2B5EF4-FFF2-40B4-BE49-F238E27FC236}">
                <a16:creationId xmlns:a16="http://schemas.microsoft.com/office/drawing/2014/main" id="{9453CB2D-49F0-95AB-AB5C-F0317B9A0E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1639" y="3682388"/>
            <a:ext cx="2059965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id="{8843E74A-ADD9-CECC-4BD3-0739D4467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9077" y="3682388"/>
            <a:ext cx="2064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7B11AA84-3EA1-1DA4-52CB-C24B0805CE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90555" y="3682388"/>
            <a:ext cx="2063999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CAB86E2C-2C7F-99DB-581F-FD89A24431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5771" y="4369742"/>
            <a:ext cx="2059964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6" name="Espace réservé du texte 26">
            <a:extLst>
              <a:ext uri="{FF2B5EF4-FFF2-40B4-BE49-F238E27FC236}">
                <a16:creationId xmlns:a16="http://schemas.microsoft.com/office/drawing/2014/main" id="{53D36CA7-8CCA-249B-9366-79F4FF84CCB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45771" y="4720826"/>
            <a:ext cx="2059964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id="{E39732F4-B9B6-40C2-6869-17CBC8DAF3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31638" y="4369742"/>
            <a:ext cx="2059964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28" name="Espace réservé du texte 26">
            <a:extLst>
              <a:ext uri="{FF2B5EF4-FFF2-40B4-BE49-F238E27FC236}">
                <a16:creationId xmlns:a16="http://schemas.microsoft.com/office/drawing/2014/main" id="{CBFFE1CF-4F74-C884-85A5-B5DD254800C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31638" y="4720826"/>
            <a:ext cx="2059964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29" name="Espace réservé du texte 17">
            <a:extLst>
              <a:ext uri="{FF2B5EF4-FFF2-40B4-BE49-F238E27FC236}">
                <a16:creationId xmlns:a16="http://schemas.microsoft.com/office/drawing/2014/main" id="{D7985D45-4330-02B2-0591-1447AFDEE3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09078" y="4369742"/>
            <a:ext cx="2059964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0" name="Espace réservé du texte 26">
            <a:extLst>
              <a:ext uri="{FF2B5EF4-FFF2-40B4-BE49-F238E27FC236}">
                <a16:creationId xmlns:a16="http://schemas.microsoft.com/office/drawing/2014/main" id="{34ABA3FB-1831-31DF-4433-839FF4CD15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09078" y="4720826"/>
            <a:ext cx="2059964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1" name="Espace réservé du texte 17">
            <a:extLst>
              <a:ext uri="{FF2B5EF4-FFF2-40B4-BE49-F238E27FC236}">
                <a16:creationId xmlns:a16="http://schemas.microsoft.com/office/drawing/2014/main" id="{070778E3-DDC4-8FF6-8D12-B43986EA66F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86519" y="4369742"/>
            <a:ext cx="2059964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AB66C9AB-A5E0-1A16-E767-17C22D4091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86519" y="4720826"/>
            <a:ext cx="2059964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83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partiel 3">
            <a:extLst>
              <a:ext uri="{FF2B5EF4-FFF2-40B4-BE49-F238E27FC236}">
                <a16:creationId xmlns:a16="http://schemas.microsoft.com/office/drawing/2014/main" id="{64D105A9-68C2-3950-7128-3A290A7A670D}"/>
              </a:ext>
            </a:extLst>
          </p:cNvPr>
          <p:cNvSpPr/>
          <p:nvPr userDrawn="1"/>
        </p:nvSpPr>
        <p:spPr>
          <a:xfrm rot="5400000">
            <a:off x="667285" y="676105"/>
            <a:ext cx="5593918" cy="5595645"/>
          </a:xfrm>
          <a:prstGeom prst="pie">
            <a:avLst>
              <a:gd name="adj1" fmla="val 0"/>
              <a:gd name="adj2" fmla="val 540263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7" name="Arc partiel 6">
            <a:extLst>
              <a:ext uri="{FF2B5EF4-FFF2-40B4-BE49-F238E27FC236}">
                <a16:creationId xmlns:a16="http://schemas.microsoft.com/office/drawing/2014/main" id="{59B82631-096D-248B-ACA5-97A4EF897E40}"/>
              </a:ext>
            </a:extLst>
          </p:cNvPr>
          <p:cNvSpPr/>
          <p:nvPr userDrawn="1"/>
        </p:nvSpPr>
        <p:spPr>
          <a:xfrm rot="5400000">
            <a:off x="1817418" y="1826593"/>
            <a:ext cx="3293652" cy="3294669"/>
          </a:xfrm>
          <a:prstGeom prst="pie">
            <a:avLst>
              <a:gd name="adj1" fmla="val 0"/>
              <a:gd name="adj2" fmla="val 54019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85A87F-14D2-4C5D-8A3F-8C560824F4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9E532A52-ECEA-4D1F-9F97-7D168DDCF74C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Arc partiel 4">
            <a:extLst>
              <a:ext uri="{FF2B5EF4-FFF2-40B4-BE49-F238E27FC236}">
                <a16:creationId xmlns:a16="http://schemas.microsoft.com/office/drawing/2014/main" id="{AEF6FF9A-F597-2D5A-F666-F6FD337947BB}"/>
              </a:ext>
            </a:extLst>
          </p:cNvPr>
          <p:cNvSpPr/>
          <p:nvPr userDrawn="1"/>
        </p:nvSpPr>
        <p:spPr>
          <a:xfrm rot="16200000">
            <a:off x="761105" y="769951"/>
            <a:ext cx="5406283" cy="5407952"/>
          </a:xfrm>
          <a:prstGeom prst="pie">
            <a:avLst>
              <a:gd name="adj1" fmla="val 0"/>
              <a:gd name="adj2" fmla="val 53953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F39DDC-D7C8-5043-68F4-1AF9AD3F2C19}"/>
              </a:ext>
            </a:extLst>
          </p:cNvPr>
          <p:cNvSpPr txBox="1"/>
          <p:nvPr userDrawn="1"/>
        </p:nvSpPr>
        <p:spPr>
          <a:xfrm>
            <a:off x="558800" y="2582889"/>
            <a:ext cx="3505200" cy="682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4264" b="1" i="0" kern="1200" baseline="0" noProof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3" name="Espace réservé du numéro de diapositive 3">
            <a:extLst>
              <a:ext uri="{FF2B5EF4-FFF2-40B4-BE49-F238E27FC236}">
                <a16:creationId xmlns:a16="http://schemas.microsoft.com/office/drawing/2014/main" id="{E7AFFFC5-573C-9F70-6E89-8F3C5C7CAE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48733" y="6263402"/>
            <a:ext cx="406400" cy="36395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B1A171D3-B993-DEB8-8ADB-979CC469287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870743" y="6263401"/>
            <a:ext cx="8865924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29" name="Espace réservé du texte 17">
            <a:extLst>
              <a:ext uri="{FF2B5EF4-FFF2-40B4-BE49-F238E27FC236}">
                <a16:creationId xmlns:a16="http://schemas.microsoft.com/office/drawing/2014/main" id="{B21FA801-81C2-4CF1-BED2-9C683748E8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5772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30" name="Espace réservé du texte 17">
            <a:extLst>
              <a:ext uri="{FF2B5EF4-FFF2-40B4-BE49-F238E27FC236}">
                <a16:creationId xmlns:a16="http://schemas.microsoft.com/office/drawing/2014/main" id="{DDA237E3-0A07-4333-AD6D-2601054A9FF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75296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1" name="Espace réservé du texte 17">
            <a:extLst>
              <a:ext uri="{FF2B5EF4-FFF2-40B4-BE49-F238E27FC236}">
                <a16:creationId xmlns:a16="http://schemas.microsoft.com/office/drawing/2014/main" id="{65074063-47AB-47CA-5FDB-105C4D9D2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4464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2" name="Espace réservé du texte 17">
            <a:extLst>
              <a:ext uri="{FF2B5EF4-FFF2-40B4-BE49-F238E27FC236}">
                <a16:creationId xmlns:a16="http://schemas.microsoft.com/office/drawing/2014/main" id="{23416752-FBA1-9BBD-BCE4-629291A6D1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3632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33" name="Espace réservé du texte 17">
            <a:extLst>
              <a:ext uri="{FF2B5EF4-FFF2-40B4-BE49-F238E27FC236}">
                <a16:creationId xmlns:a16="http://schemas.microsoft.com/office/drawing/2014/main" id="{05CF38BE-8C1E-D271-DB3E-E3DB190231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462799" y="3682388"/>
            <a:ext cx="1680000" cy="671793"/>
          </a:xfr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4797" b="1"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34" name="Espace réservé du texte 17">
            <a:extLst>
              <a:ext uri="{FF2B5EF4-FFF2-40B4-BE49-F238E27FC236}">
                <a16:creationId xmlns:a16="http://schemas.microsoft.com/office/drawing/2014/main" id="{8FF42665-6223-4F11-968C-4EE460DE09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5772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5" name="Espace réservé du texte 26">
            <a:extLst>
              <a:ext uri="{FF2B5EF4-FFF2-40B4-BE49-F238E27FC236}">
                <a16:creationId xmlns:a16="http://schemas.microsoft.com/office/drawing/2014/main" id="{3F5062CE-DC3E-79E3-1EC3-5E7FA612A5B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45772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6" name="Espace réservé du texte 17">
            <a:extLst>
              <a:ext uri="{FF2B5EF4-FFF2-40B4-BE49-F238E27FC236}">
                <a16:creationId xmlns:a16="http://schemas.microsoft.com/office/drawing/2014/main" id="{94FDEB94-994F-2FC6-9E0C-56F596EE024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74635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7" name="Espace réservé du texte 26">
            <a:extLst>
              <a:ext uri="{FF2B5EF4-FFF2-40B4-BE49-F238E27FC236}">
                <a16:creationId xmlns:a16="http://schemas.microsoft.com/office/drawing/2014/main" id="{71A26B81-2041-4086-523C-3CE0DD00439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74635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38" name="Espace réservé du texte 17">
            <a:extLst>
              <a:ext uri="{FF2B5EF4-FFF2-40B4-BE49-F238E27FC236}">
                <a16:creationId xmlns:a16="http://schemas.microsoft.com/office/drawing/2014/main" id="{4C7E72AF-4E5D-52E4-5431-FD034F5A09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07839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39" name="Espace réservé du texte 26">
            <a:extLst>
              <a:ext uri="{FF2B5EF4-FFF2-40B4-BE49-F238E27FC236}">
                <a16:creationId xmlns:a16="http://schemas.microsoft.com/office/drawing/2014/main" id="{A37A5A81-1FBD-59F8-F09E-2134BC2ADD7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07839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40" name="Espace réservé du texte 17">
            <a:extLst>
              <a:ext uri="{FF2B5EF4-FFF2-40B4-BE49-F238E27FC236}">
                <a16:creationId xmlns:a16="http://schemas.microsoft.com/office/drawing/2014/main" id="{45E72118-80CB-4A33-78F8-EB1B74E3B9B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733632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41" name="Espace réservé du texte 26">
            <a:extLst>
              <a:ext uri="{FF2B5EF4-FFF2-40B4-BE49-F238E27FC236}">
                <a16:creationId xmlns:a16="http://schemas.microsoft.com/office/drawing/2014/main" id="{203DE377-31C2-4231-146B-9F0345641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33632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  <p:sp>
        <p:nvSpPr>
          <p:cNvPr id="42" name="Espace réservé du texte 17">
            <a:extLst>
              <a:ext uri="{FF2B5EF4-FFF2-40B4-BE49-F238E27FC236}">
                <a16:creationId xmlns:a16="http://schemas.microsoft.com/office/drawing/2014/main" id="{76002C3A-3A4A-68DE-1016-ACC3503BD6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62799" y="4369742"/>
            <a:ext cx="1680000" cy="351173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66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lang="fr-FR" altLang="en-US" sz="1866" b="1" i="0" kern="1200" baseline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sz="1466"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866"/>
            </a:lvl4pPr>
            <a:lvl5pPr>
              <a:lnSpc>
                <a:spcPct val="100000"/>
              </a:lnSpc>
              <a:spcAft>
                <a:spcPts val="0"/>
              </a:spcAft>
              <a:defRPr sz="1598"/>
            </a:lvl5pPr>
          </a:lstStyle>
          <a:p>
            <a:pPr marL="0" marR="0" lvl="0" indent="0" algn="l" defTabSz="685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Helvetica 75 Bold" panose="020B0804020202020204" pitchFamily="34" charset="0"/>
              <a:buNone/>
              <a:tabLst/>
            </a:pPr>
            <a:r>
              <a:rPr lang="fr-FR"/>
              <a:t>Titre</a:t>
            </a:r>
          </a:p>
        </p:txBody>
      </p:sp>
      <p:sp>
        <p:nvSpPr>
          <p:cNvPr id="43" name="Espace réservé du texte 26">
            <a:extLst>
              <a:ext uri="{FF2B5EF4-FFF2-40B4-BE49-F238E27FC236}">
                <a16:creationId xmlns:a16="http://schemas.microsoft.com/office/drawing/2014/main" id="{82164307-F7DE-06ED-0C2B-0D3B9B1697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62799" y="4720826"/>
            <a:ext cx="1680000" cy="1362713"/>
          </a:xfrm>
        </p:spPr>
        <p:txBody>
          <a:bodyPr/>
          <a:lstStyle>
            <a:lvl1pPr marL="120571" indent="-12057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defRPr lang="fr-FR" altLang="en-US" sz="1466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defRPr sz="1466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lang="fr-FR"/>
              <a:t>Sous-titre</a:t>
            </a:r>
          </a:p>
          <a:p>
            <a:pPr marL="120571" marR="0" lvl="0" indent="-120571" algn="l" defTabSz="685355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  <a:p>
            <a:pPr marL="120571" marR="0" lvl="0" indent="-120571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74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ZoneTexte 26">
            <a:extLst>
              <a:ext uri="{FF2B5EF4-FFF2-40B4-BE49-F238E27FC236}">
                <a16:creationId xmlns:a16="http://schemas.microsoft.com/office/drawing/2014/main" id="{CB29BE18-0EB4-4741-8051-A3DF99E8101B}"/>
              </a:ext>
            </a:extLst>
          </p:cNvPr>
          <p:cNvSpPr txBox="1"/>
          <p:nvPr userDrawn="1"/>
        </p:nvSpPr>
        <p:spPr>
          <a:xfrm>
            <a:off x="709581" y="3529653"/>
            <a:ext cx="1219200" cy="12192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fr-FR" sz="1798">
              <a:latin typeface="+mn-lt"/>
            </a:endParaRP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3E14CE0-C5A4-4805-ABC6-D883A73D3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54" y="3573002"/>
            <a:ext cx="2228849" cy="2015067"/>
          </a:xfrm>
        </p:spPr>
        <p:txBody>
          <a:bodyPr/>
          <a:lstStyle>
            <a:lvl1pPr marL="0" marR="0" indent="0" algn="l" defTabSz="1218408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598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 marL="0" indent="0" algn="l" defTabSz="1218408" rtl="0" eaLnBrk="1" latinLnBrk="0" hangingPunct="1">
              <a:buFontTx/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</a:lstStyle>
          <a:p>
            <a:pPr marL="0" lvl="0" algn="l" defTabSz="1218408" rtl="0" eaLnBrk="1" latinLnBrk="0" hangingPunct="1"/>
            <a:r>
              <a:rPr lang="fr-FR"/>
              <a:t>Insert </a:t>
            </a:r>
            <a:r>
              <a:rPr lang="fr-FR" err="1"/>
              <a:t>title</a:t>
            </a:r>
            <a:endParaRPr lang="fr-FR"/>
          </a:p>
          <a:p>
            <a:pPr marL="0" lvl="2" algn="l" defTabSz="1218408" rtl="0" eaLnBrk="1" latinLnBrk="0" hangingPunct="1"/>
            <a:r>
              <a:rPr lang="fr-FR" err="1"/>
              <a:t>csqfs</a:t>
            </a:r>
            <a:endParaRPr lang="fr-FR"/>
          </a:p>
          <a:p>
            <a:pPr marL="0" lvl="2" algn="l" defTabSz="1218408" rtl="0" eaLnBrk="1" latinLnBrk="0" hangingPunct="1"/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  <a:p>
            <a:pPr marL="0" lvl="2" algn="l" defTabSz="1218408" rtl="0" eaLnBrk="1" latinLnBrk="0" hangingPunct="1"/>
            <a:endParaRPr lang="fr-FR"/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B49CD12F-1FDC-4784-A7E8-3AEB0D7D5E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717" y="1518938"/>
            <a:ext cx="1094311" cy="1436241"/>
          </a:xfrm>
        </p:spPr>
        <p:txBody>
          <a:bodyPr/>
          <a:lstStyle>
            <a:lvl1pPr marL="0" indent="0">
              <a:buNone/>
              <a:defRPr sz="15323">
                <a:solidFill>
                  <a:schemeClr val="tx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3ED759B1-96CA-45C4-AC7B-BD05462E19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49069" y="1520335"/>
            <a:ext cx="1538928" cy="1436241"/>
          </a:xfrm>
        </p:spPr>
        <p:txBody>
          <a:bodyPr/>
          <a:lstStyle>
            <a:lvl1pPr marL="0" indent="0">
              <a:buNone/>
              <a:defRPr sz="15323">
                <a:solidFill>
                  <a:schemeClr val="tx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79829078-32DC-45A6-9B86-18B52A6483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072" y="1533262"/>
            <a:ext cx="1538928" cy="1436241"/>
          </a:xfrm>
        </p:spPr>
        <p:txBody>
          <a:bodyPr/>
          <a:lstStyle>
            <a:lvl1pPr marL="0" indent="0">
              <a:buNone/>
              <a:defRPr sz="15323">
                <a:solidFill>
                  <a:schemeClr val="tx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919938D7-514B-41E2-A801-CD78ADD3CB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9154" y="3573935"/>
            <a:ext cx="2228849" cy="2015067"/>
          </a:xfrm>
        </p:spPr>
        <p:txBody>
          <a:bodyPr/>
          <a:lstStyle>
            <a:lvl1pPr marL="0" marR="0" indent="0" algn="l" defTabSz="1218408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598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 marL="0" indent="0" algn="l" defTabSz="1218408" rtl="0" eaLnBrk="1" latinLnBrk="0" hangingPunct="1">
              <a:buFontTx/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</a:lstStyle>
          <a:p>
            <a:pPr marL="0" lvl="0" algn="l" defTabSz="1218408" rtl="0" eaLnBrk="1" latinLnBrk="0" hangingPunct="1"/>
            <a:r>
              <a:rPr lang="fr-FR"/>
              <a:t>Insert </a:t>
            </a:r>
            <a:r>
              <a:rPr lang="fr-FR" err="1"/>
              <a:t>title</a:t>
            </a:r>
            <a:endParaRPr lang="fr-FR"/>
          </a:p>
          <a:p>
            <a:pPr marL="0" lvl="2" algn="l" defTabSz="1218408" rtl="0" eaLnBrk="1" latinLnBrk="0" hangingPunct="1"/>
            <a:r>
              <a:rPr lang="fr-FR" err="1"/>
              <a:t>csqfs</a:t>
            </a:r>
            <a:endParaRPr lang="fr-FR"/>
          </a:p>
          <a:p>
            <a:pPr marL="0" lvl="2" algn="l" defTabSz="1218408" rtl="0" eaLnBrk="1" latinLnBrk="0" hangingPunct="1"/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  <a:p>
            <a:pPr marL="0" lvl="2" algn="l" defTabSz="1218408" rtl="0" eaLnBrk="1" latinLnBrk="0" hangingPunct="1"/>
            <a:endParaRPr lang="fr-FR"/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93BE8753-0FCA-43A6-B2B8-020C02713C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9154" y="3573002"/>
            <a:ext cx="2228849" cy="2015067"/>
          </a:xfrm>
        </p:spPr>
        <p:txBody>
          <a:bodyPr/>
          <a:lstStyle>
            <a:lvl1pPr marL="0" marR="0" indent="0" algn="l" defTabSz="1218408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1598" kern="1200" dirty="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 marL="0" indent="0" algn="l" defTabSz="1218408" rtl="0" eaLnBrk="1" latinLnBrk="0" hangingPunct="1">
              <a:buFontTx/>
              <a:buNone/>
              <a:defRPr lang="fr-FR" sz="1400" kern="120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</a:lstStyle>
          <a:p>
            <a:pPr marL="0" lvl="0" algn="l" defTabSz="1218408" rtl="0" eaLnBrk="1" latinLnBrk="0" hangingPunct="1"/>
            <a:r>
              <a:rPr lang="fr-FR"/>
              <a:t>Insert </a:t>
            </a:r>
            <a:r>
              <a:rPr lang="fr-FR" err="1"/>
              <a:t>title</a:t>
            </a:r>
            <a:endParaRPr lang="fr-FR"/>
          </a:p>
          <a:p>
            <a:pPr marL="0" lvl="2" algn="l" defTabSz="1218408" rtl="0" eaLnBrk="1" latinLnBrk="0" hangingPunct="1"/>
            <a:r>
              <a:rPr lang="fr-FR" err="1"/>
              <a:t>csqfs</a:t>
            </a:r>
            <a:endParaRPr lang="fr-FR"/>
          </a:p>
          <a:p>
            <a:pPr marL="0" lvl="2" algn="l" defTabSz="1218408" rtl="0" eaLnBrk="1" latinLnBrk="0" hangingPunct="1"/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  <a:p>
            <a:pPr marL="0" lvl="2" algn="l" defTabSz="1218408" rtl="0" eaLnBrk="1" latinLnBrk="0" hangingPunct="1"/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A934D9F4-0B43-4A4A-A6DB-C9766596AB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 err="1"/>
              <a:t>Cliquez</a:t>
            </a:r>
            <a:r>
              <a:rPr lang="fr-FR"/>
              <a:t> pour </a:t>
            </a:r>
            <a:r>
              <a:rPr lang="fr-FR" err="1"/>
              <a:t>ajouter</a:t>
            </a:r>
            <a:r>
              <a:rPr lang="fr-FR"/>
              <a:t> un </a:t>
            </a:r>
            <a:r>
              <a:rPr lang="fr-FR" err="1"/>
              <a:t>titre</a:t>
            </a:r>
            <a:endParaRPr lang="fr-FR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DA9919A-03DB-430A-AEF6-60E6F90B941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0A400A09-BC8A-45CE-AE18-39224B99119A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CBFFD8-6402-4E8C-B8E6-E2E9E35CC2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717C37-8757-4BC6-9B9A-2A19B167AF2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464343" y="6263401"/>
            <a:ext cx="406400" cy="36395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3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B49CD12F-1FDC-4784-A7E8-3AEB0D7D5E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602453" y="18008"/>
            <a:ext cx="5453093" cy="6821987"/>
          </a:xfrm>
        </p:spPr>
        <p:txBody>
          <a:bodyPr wrap="none"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31846" b="1">
                <a:solidFill>
                  <a:schemeClr val="tx2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A934D9F4-0B43-4A4A-A6DB-C9766596AB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9324" y="2451519"/>
            <a:ext cx="6596997" cy="1315847"/>
          </a:xfrm>
        </p:spPr>
        <p:txBody>
          <a:bodyPr anchor="ctr"/>
          <a:lstStyle>
            <a:lvl1pPr>
              <a:defRPr sz="4264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fr-FR"/>
              <a:t>Titre 1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DA9919A-03DB-430A-AEF6-60E6F90B941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BB4B8D29-D185-4FED-9D01-98E865A62E2F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904247F-A993-165E-2469-1B51C1F3D3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99324" y="4062058"/>
            <a:ext cx="4385733" cy="778693"/>
          </a:xfrm>
        </p:spPr>
        <p:txBody>
          <a:bodyPr/>
          <a:lstStyle>
            <a:lvl1pPr marL="304602" indent="-304602"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  <a:defRPr sz="1400">
                <a:latin typeface="+mn-lt"/>
              </a:defRPr>
            </a:lvl1pPr>
          </a:lstStyle>
          <a:p>
            <a:pPr lvl="0"/>
            <a:r>
              <a:rPr lang="fr-FR"/>
              <a:t>Sous chapitre 1</a:t>
            </a:r>
          </a:p>
          <a:p>
            <a:pPr lvl="0"/>
            <a:r>
              <a:rPr lang="fr-FR"/>
              <a:t>Sous chapitre 2</a:t>
            </a:r>
          </a:p>
        </p:txBody>
      </p:sp>
    </p:spTree>
    <p:extLst>
      <p:ext uri="{BB962C8B-B14F-4D97-AF65-F5344CB8AC3E}">
        <p14:creationId xmlns:p14="http://schemas.microsoft.com/office/powerpoint/2010/main" val="116529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11CB1A51-D246-6973-159F-AB554E394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4271" y="2999681"/>
            <a:ext cx="5397260" cy="12111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lang="fr-FR" altLang="en-US" sz="2931" b="1" i="0" kern="1200" baseline="0" noProof="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241144" indent="-24114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048" indent="-254235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485" indent="-230250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4908" indent="-254235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6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Arc partiel 3">
            <a:extLst>
              <a:ext uri="{FF2B5EF4-FFF2-40B4-BE49-F238E27FC236}">
                <a16:creationId xmlns:a16="http://schemas.microsoft.com/office/drawing/2014/main" id="{CA55595B-4223-CA93-04A9-144245AC0F78}"/>
              </a:ext>
            </a:extLst>
          </p:cNvPr>
          <p:cNvSpPr/>
          <p:nvPr userDrawn="1"/>
        </p:nvSpPr>
        <p:spPr>
          <a:xfrm rot="5400000">
            <a:off x="2951555" y="-102571"/>
            <a:ext cx="5972292" cy="5974136"/>
          </a:xfrm>
          <a:prstGeom prst="pie">
            <a:avLst>
              <a:gd name="adj1" fmla="val 21595128"/>
              <a:gd name="adj2" fmla="val 540739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133">
                <a:solidFill>
                  <a:srgbClr val="000000"/>
                </a:solidFill>
                <a:latin typeface="+mn-lt"/>
              </a:rPr>
              <a:t>  </a:t>
            </a:r>
          </a:p>
        </p:txBody>
      </p:sp>
      <p:sp>
        <p:nvSpPr>
          <p:cNvPr id="8" name="Arc partiel 7">
            <a:extLst>
              <a:ext uri="{FF2B5EF4-FFF2-40B4-BE49-F238E27FC236}">
                <a16:creationId xmlns:a16="http://schemas.microsoft.com/office/drawing/2014/main" id="{9515CDCE-32D8-72D5-BE45-7E6614E59267}"/>
              </a:ext>
            </a:extLst>
          </p:cNvPr>
          <p:cNvSpPr/>
          <p:nvPr userDrawn="1"/>
        </p:nvSpPr>
        <p:spPr>
          <a:xfrm rot="5400000">
            <a:off x="3538443" y="484497"/>
            <a:ext cx="4798519" cy="4800000"/>
          </a:xfrm>
          <a:prstGeom prst="pie">
            <a:avLst>
              <a:gd name="adj1" fmla="val 0"/>
              <a:gd name="adj2" fmla="val 54043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Arc partiel 9">
            <a:extLst>
              <a:ext uri="{FF2B5EF4-FFF2-40B4-BE49-F238E27FC236}">
                <a16:creationId xmlns:a16="http://schemas.microsoft.com/office/drawing/2014/main" id="{4BAB149E-8535-BC9D-02B2-34DF20CD49FB}"/>
              </a:ext>
            </a:extLst>
          </p:cNvPr>
          <p:cNvSpPr/>
          <p:nvPr userDrawn="1"/>
        </p:nvSpPr>
        <p:spPr>
          <a:xfrm rot="16200000">
            <a:off x="4738073" y="1684499"/>
            <a:ext cx="2399259" cy="2400000"/>
          </a:xfrm>
          <a:prstGeom prst="pie">
            <a:avLst>
              <a:gd name="adj1" fmla="val 0"/>
              <a:gd name="adj2" fmla="val 5395325"/>
            </a:avLst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33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CC2891E7-82E4-0ED3-2AB3-E3D6044C51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0633" y="1684868"/>
            <a:ext cx="2975528" cy="1199630"/>
          </a:xfrm>
        </p:spPr>
        <p:txBody>
          <a:bodyPr anchor="ctr"/>
          <a:lstStyle>
            <a:lvl1pPr marL="0" indent="0" algn="ctr" defTabSz="121840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SzPct val="25000"/>
              <a:buFont typeface="Arial"/>
              <a:buNone/>
              <a:defRPr lang="fr-FR" altLang="en-US" sz="5330" b="1" i="0" kern="1200" spc="-27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452" indent="-228452" algn="ctr" defTabSz="121840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SzPct val="25000"/>
              <a:buFont typeface="Arial"/>
              <a:buChar char="•"/>
              <a:defRPr lang="fr-FR" altLang="en-US" sz="5330" b="0" i="0" kern="1200" spc="-27" baseline="0" dirty="0" smtClean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2pPr>
            <a:lvl3pPr marL="228452" indent="-228452" algn="ctr" defTabSz="121840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SzPct val="25000"/>
              <a:buFont typeface="Arial"/>
              <a:buChar char="•"/>
              <a:defRPr lang="fr-FR" altLang="en-US" sz="5330" b="0" i="0" kern="1200" spc="-27" baseline="0" dirty="0" smtClean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3pPr>
            <a:lvl4pPr marL="228452" indent="-228452" algn="ctr" defTabSz="121840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SzPct val="25000"/>
              <a:buFont typeface="Arial"/>
              <a:buChar char="•"/>
              <a:defRPr lang="fr-FR" altLang="en-US" sz="5330" b="0" i="0" kern="1200" spc="-27" baseline="0" dirty="0" smtClean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4pPr>
            <a:lvl5pPr marL="228452" indent="-228452" algn="ctr" defTabSz="1218408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SzPct val="25000"/>
              <a:buFont typeface="Arial"/>
              <a:buChar char="•"/>
              <a:defRPr lang="fr-FR" altLang="en-US" sz="5330" b="0" i="0" kern="1200" spc="-27" baseline="0" dirty="0" smtClean="0">
                <a:solidFill>
                  <a:schemeClr val="tx1"/>
                </a:solidFill>
                <a:latin typeface="Helvetica 75 Bold" panose="020B08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5" name="Espace réservé du contenu 7">
            <a:extLst>
              <a:ext uri="{FF2B5EF4-FFF2-40B4-BE49-F238E27FC236}">
                <a16:creationId xmlns:a16="http://schemas.microsoft.com/office/drawing/2014/main" id="{D3628EED-228D-7493-62EF-6A69A7C3A95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84272" y="4322881"/>
            <a:ext cx="5385531" cy="1819909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lang="fr-FR" altLang="en-US" sz="2398" b="0" i="0" kern="1200" baseline="0" noProof="0" dirty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 marL="609205" indent="-380752">
              <a:defRPr lang="fr-FR" altLang="en-US" sz="2133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837656" indent="-380752">
              <a:defRPr lang="fr-FR" altLang="en-US" sz="1866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3pPr>
            <a:lvl4pPr>
              <a:defRPr lang="fr-FR" altLang="en-US" sz="1598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4pPr>
            <a:lvl5pPr>
              <a:defRPr lang="fr-FR" altLang="en-US" sz="1466" b="0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5pPr>
            <a:lvl6pPr marL="1294558" indent="-380752">
              <a:defRPr>
                <a:solidFill>
                  <a:schemeClr val="bg1"/>
                </a:solidFill>
              </a:defRPr>
            </a:lvl6pPr>
          </a:lstStyle>
          <a:p>
            <a:pPr marL="228452" lvl="0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8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1A8FEA-FD8F-4FC9-2414-F4FB9679676A}"/>
              </a:ext>
            </a:extLst>
          </p:cNvPr>
          <p:cNvSpPr/>
          <p:nvPr userDrawn="1"/>
        </p:nvSpPr>
        <p:spPr>
          <a:xfrm>
            <a:off x="6794545" y="1517947"/>
            <a:ext cx="1920000" cy="1439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2398" b="1">
              <a:solidFill>
                <a:srgbClr val="FF7900"/>
              </a:solidFill>
              <a:latin typeface="+mn-lt"/>
              <a:cs typeface="Arial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DE92E3A-073A-4B54-8702-5E73890A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1293A41A-9262-4794-896E-F08E6A9D3313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E1D316-7642-4933-864F-A22A8E24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1D6005-FD01-49A3-935F-C3D3A82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57740-456A-E603-7F7B-BE23F431DB6E}"/>
              </a:ext>
            </a:extLst>
          </p:cNvPr>
          <p:cNvSpPr/>
          <p:nvPr userDrawn="1"/>
        </p:nvSpPr>
        <p:spPr>
          <a:xfrm>
            <a:off x="218123" y="4660566"/>
            <a:ext cx="2796264" cy="1439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333" b="1">
              <a:solidFill>
                <a:schemeClr val="bg1"/>
              </a:solidFill>
              <a:latin typeface="+mn-lt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F6DEB-1BA0-DBED-86E4-D2D4A3F481A8}"/>
              </a:ext>
            </a:extLst>
          </p:cNvPr>
          <p:cNvSpPr/>
          <p:nvPr userDrawn="1"/>
        </p:nvSpPr>
        <p:spPr>
          <a:xfrm>
            <a:off x="3124965" y="4660566"/>
            <a:ext cx="1529923" cy="14395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333" b="1">
              <a:solidFill>
                <a:schemeClr val="bg1"/>
              </a:solidFill>
              <a:latin typeface="+mn-lt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1FF39-3E3E-1D73-6A27-67851BEB77AD}"/>
              </a:ext>
            </a:extLst>
          </p:cNvPr>
          <p:cNvSpPr/>
          <p:nvPr userDrawn="1"/>
        </p:nvSpPr>
        <p:spPr>
          <a:xfrm>
            <a:off x="4763121" y="4660566"/>
            <a:ext cx="1920000" cy="14395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1866" b="1">
              <a:solidFill>
                <a:schemeClr val="tx1"/>
              </a:solidFill>
              <a:latin typeface="+mn-lt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DB7C43-491A-C3AF-C91B-F6E05D66C0D3}"/>
              </a:ext>
            </a:extLst>
          </p:cNvPr>
          <p:cNvSpPr/>
          <p:nvPr userDrawn="1"/>
        </p:nvSpPr>
        <p:spPr>
          <a:xfrm>
            <a:off x="6794545" y="4660566"/>
            <a:ext cx="1920000" cy="14395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2398" b="1">
              <a:solidFill>
                <a:srgbClr val="FF7900"/>
              </a:solidFill>
              <a:latin typeface="+mn-lt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17B63-22A8-C18B-66AB-A9BF4C7B050C}"/>
              </a:ext>
            </a:extLst>
          </p:cNvPr>
          <p:cNvSpPr/>
          <p:nvPr userDrawn="1"/>
        </p:nvSpPr>
        <p:spPr>
          <a:xfrm>
            <a:off x="6794545" y="3078367"/>
            <a:ext cx="1920000" cy="14395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2398" b="1">
              <a:solidFill>
                <a:schemeClr val="tx1"/>
              </a:solidFill>
              <a:latin typeface="+mn-lt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09FFE-57F3-3DD7-9A8B-ED6BB9F4BEF8}"/>
              </a:ext>
            </a:extLst>
          </p:cNvPr>
          <p:cNvSpPr/>
          <p:nvPr userDrawn="1"/>
        </p:nvSpPr>
        <p:spPr>
          <a:xfrm>
            <a:off x="4763121" y="3078367"/>
            <a:ext cx="1920000" cy="14395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2398" b="1">
              <a:solidFill>
                <a:sysClr val="windowText" lastClr="000000"/>
              </a:solidFill>
              <a:latin typeface="+mn-lt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B4B30D-F9E2-CF79-ED55-59DA1FD0F8E6}"/>
              </a:ext>
            </a:extLst>
          </p:cNvPr>
          <p:cNvSpPr/>
          <p:nvPr userDrawn="1"/>
        </p:nvSpPr>
        <p:spPr>
          <a:xfrm>
            <a:off x="4763121" y="1517947"/>
            <a:ext cx="1920000" cy="14395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7971" tIns="47971" rIns="47971" bIns="47971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endParaRPr lang="fr-FR" sz="2398" b="1">
              <a:solidFill>
                <a:sysClr val="windowText" lastClr="000000"/>
              </a:solidFill>
              <a:latin typeface="+mn-lt"/>
              <a:cs typeface="Arial"/>
            </a:endParaRPr>
          </a:p>
        </p:txBody>
      </p:sp>
      <p:pic>
        <p:nvPicPr>
          <p:cNvPr id="14" name="Image 13" descr="Une image contenant logo, symbole, Graphique, Police&#10;&#10;Description générée automatiquement">
            <a:extLst>
              <a:ext uri="{FF2B5EF4-FFF2-40B4-BE49-F238E27FC236}">
                <a16:creationId xmlns:a16="http://schemas.microsoft.com/office/drawing/2014/main" id="{DC8F0DC6-66C1-BA7A-4611-FE8597FDC4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0275" y="2429907"/>
            <a:ext cx="432000" cy="431867"/>
          </a:xfrm>
          <a:prstGeom prst="rect">
            <a:avLst/>
          </a:prstGeom>
        </p:spPr>
      </p:pic>
      <p:pic>
        <p:nvPicPr>
          <p:cNvPr id="15" name="Image 14" descr="Une image contenant cercle, vitesse, créativité&#10;&#10;Description générée automatiquement">
            <a:extLst>
              <a:ext uri="{FF2B5EF4-FFF2-40B4-BE49-F238E27FC236}">
                <a16:creationId xmlns:a16="http://schemas.microsoft.com/office/drawing/2014/main" id="{8C50B8F3-0ECB-96D9-304D-08DEA7ECC1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037" y="5532606"/>
            <a:ext cx="432000" cy="431867"/>
          </a:xfrm>
          <a:prstGeom prst="rect">
            <a:avLst/>
          </a:prstGeom>
        </p:spPr>
      </p:pic>
      <p:pic>
        <p:nvPicPr>
          <p:cNvPr id="16" name="Image 15" descr="Une image contenant cercle, Graphique, blanc, symbole&#10;&#10;Description générée automatiquement">
            <a:extLst>
              <a:ext uri="{FF2B5EF4-FFF2-40B4-BE49-F238E27FC236}">
                <a16:creationId xmlns:a16="http://schemas.microsoft.com/office/drawing/2014/main" id="{5B942D11-17A3-8814-BB69-CFFDDEC7CC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4069" y="4110017"/>
            <a:ext cx="323835" cy="316558"/>
          </a:xfrm>
          <a:prstGeom prst="rect">
            <a:avLst/>
          </a:prstGeom>
        </p:spPr>
      </p:pic>
      <p:pic>
        <p:nvPicPr>
          <p:cNvPr id="17" name="Image 16" descr="Une image contenant personne, habits, intérieur, Visage humain&#10;&#10;Description générée automatiquement">
            <a:extLst>
              <a:ext uri="{FF2B5EF4-FFF2-40B4-BE49-F238E27FC236}">
                <a16:creationId xmlns:a16="http://schemas.microsoft.com/office/drawing/2014/main" id="{B6F15143-F8A1-69EE-E265-4E50D0327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18123" y="2084125"/>
            <a:ext cx="2796264" cy="2438691"/>
          </a:xfrm>
          <a:prstGeom prst="rect">
            <a:avLst/>
          </a:prstGeom>
        </p:spPr>
      </p:pic>
      <p:pic>
        <p:nvPicPr>
          <p:cNvPr id="18" name="Image 17" descr="Une image contenant orange&#10;&#10;Description générée automatiquement">
            <a:extLst>
              <a:ext uri="{FF2B5EF4-FFF2-40B4-BE49-F238E27FC236}">
                <a16:creationId xmlns:a16="http://schemas.microsoft.com/office/drawing/2014/main" id="{7DD978A3-769D-5FF3-F87D-E2E92966BB4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6625" y="4660566"/>
            <a:ext cx="1421545" cy="1439556"/>
          </a:xfrm>
          <a:prstGeom prst="rect">
            <a:avLst/>
          </a:prstGeom>
          <a:ln>
            <a:noFill/>
          </a:ln>
        </p:spPr>
      </p:pic>
      <p:pic>
        <p:nvPicPr>
          <p:cNvPr id="19" name="Image 18" descr="Une image contenant habits, personne, Visage humain, jeans&#10;&#10;Description générée automatiquement">
            <a:extLst>
              <a:ext uri="{FF2B5EF4-FFF2-40B4-BE49-F238E27FC236}">
                <a16:creationId xmlns:a16="http://schemas.microsoft.com/office/drawing/2014/main" id="{9ECB9B4D-A575-FE0A-BD69-3AAF53AE413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103" y="1521512"/>
            <a:ext cx="3026372" cy="3001304"/>
          </a:xfrm>
          <a:prstGeom prst="rect">
            <a:avLst/>
          </a:prstGeom>
        </p:spPr>
      </p:pic>
      <p:pic>
        <p:nvPicPr>
          <p:cNvPr id="20" name="Image 19" descr="Une image contenant orange&#10;&#10;Description générée automatiquement">
            <a:extLst>
              <a:ext uri="{FF2B5EF4-FFF2-40B4-BE49-F238E27FC236}">
                <a16:creationId xmlns:a16="http://schemas.microsoft.com/office/drawing/2014/main" id="{A1CCD1DF-BAE0-A687-FF4E-9003BD2DA4D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>
            <a:off x="3121896" y="3076180"/>
            <a:ext cx="1536065" cy="1443930"/>
          </a:xfrm>
          <a:prstGeom prst="rect">
            <a:avLst/>
          </a:prstGeom>
          <a:ln>
            <a:noFill/>
          </a:ln>
        </p:spPr>
      </p:pic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749BB313-B70A-8CDB-DEFB-5D44657964AF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763121" y="1519271"/>
            <a:ext cx="1920000" cy="1436910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rgbClr val="FF7900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rgbClr val="FF7900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23" name="Titre 10">
            <a:extLst>
              <a:ext uri="{FF2B5EF4-FFF2-40B4-BE49-F238E27FC236}">
                <a16:creationId xmlns:a16="http://schemas.microsoft.com/office/drawing/2014/main" id="{D75FA6A0-80DC-C863-FB0C-94B5C9D0C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735" y="452827"/>
            <a:ext cx="11298767" cy="560746"/>
          </a:xfrm>
        </p:spPr>
        <p:txBody>
          <a:bodyPr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2798" b="1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4F89EDAD-3F55-6957-232B-538B98C875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8736" y="1013573"/>
            <a:ext cx="11298953" cy="298357"/>
          </a:xfrm>
        </p:spPr>
        <p:txBody>
          <a:bodyPr/>
          <a:lstStyle>
            <a:lvl1pPr marL="0" indent="0">
              <a:buNone/>
              <a:defRPr lang="fr-FR" altLang="en-US" sz="1866" b="1" kern="1200" noProof="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/>
              <a:t>Modifiez le sous-Titre </a:t>
            </a:r>
          </a:p>
        </p:txBody>
      </p:sp>
      <p:sp>
        <p:nvSpPr>
          <p:cNvPr id="26" name="Espace réservé du texte 21">
            <a:extLst>
              <a:ext uri="{FF2B5EF4-FFF2-40B4-BE49-F238E27FC236}">
                <a16:creationId xmlns:a16="http://schemas.microsoft.com/office/drawing/2014/main" id="{E919232A-59A5-6C0D-4BFB-A8F621E1A8FF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763121" y="3079691"/>
            <a:ext cx="1920000" cy="1436910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64A80A-37E2-87FA-7839-5D8030D67B69}"/>
              </a:ext>
            </a:extLst>
          </p:cNvPr>
          <p:cNvSpPr/>
          <p:nvPr userDrawn="1"/>
        </p:nvSpPr>
        <p:spPr>
          <a:xfrm>
            <a:off x="4763121" y="4660566"/>
            <a:ext cx="1920000" cy="143955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45" tIns="60923" rIns="121845" bIns="6092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sz="2398" b="1">
              <a:solidFill>
                <a:schemeClr val="tx1"/>
              </a:solidFill>
              <a:latin typeface="+mn-lt"/>
              <a:cs typeface="Arial"/>
            </a:endParaRPr>
          </a:p>
        </p:txBody>
      </p:sp>
      <p:sp>
        <p:nvSpPr>
          <p:cNvPr id="28" name="Espace réservé du texte 21">
            <a:extLst>
              <a:ext uri="{FF2B5EF4-FFF2-40B4-BE49-F238E27FC236}">
                <a16:creationId xmlns:a16="http://schemas.microsoft.com/office/drawing/2014/main" id="{09708795-1361-D1A3-4A28-2CFAC2BBA64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755717" y="4661892"/>
            <a:ext cx="1920000" cy="1436910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30" name="Espace réservé du texte 21">
            <a:extLst>
              <a:ext uri="{FF2B5EF4-FFF2-40B4-BE49-F238E27FC236}">
                <a16:creationId xmlns:a16="http://schemas.microsoft.com/office/drawing/2014/main" id="{533C2C1B-893F-C7F9-2ADE-236204CCBE24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794545" y="3079028"/>
            <a:ext cx="1920000" cy="1438233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7086D5AC-EAF1-5778-EBA2-327B16F54CA2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6794545" y="4660566"/>
            <a:ext cx="1920000" cy="1439556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69E4C1D5-191A-CEA2-DE36-8225BEAA33DC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3120092" y="4661958"/>
            <a:ext cx="1529923" cy="1436772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ysClr val="windowText" lastClr="000000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ysClr val="windowText" lastClr="000000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4A285138-01AD-26F8-EF20-89E9270B512E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215506" y="4661958"/>
            <a:ext cx="2789132" cy="1436772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chemeClr val="tx2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ysClr val="windowText" lastClr="000000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  <p:sp>
        <p:nvSpPr>
          <p:cNvPr id="36" name="Espace réservé du texte 21">
            <a:extLst>
              <a:ext uri="{FF2B5EF4-FFF2-40B4-BE49-F238E27FC236}">
                <a16:creationId xmlns:a16="http://schemas.microsoft.com/office/drawing/2014/main" id="{0279EEC6-B049-9FAD-26F1-50157A050F4C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794545" y="1517947"/>
            <a:ext cx="1920000" cy="1439556"/>
          </a:xfrm>
        </p:spPr>
        <p:txBody>
          <a:bodyPr lIns="72000" tIns="72000" rIns="72000" bIns="72000">
            <a:normAutofit/>
          </a:bodyPr>
          <a:lstStyle>
            <a:lvl1pPr marL="0" indent="0" algn="l" defTabSz="913806" rtl="0" eaLnBrk="1" latinLnBrk="0" hangingPunct="1">
              <a:buNone/>
              <a:defRPr lang="fr-FR" sz="1866" b="1" kern="1200" dirty="0" smtClean="0">
                <a:solidFill>
                  <a:srgbClr val="FF7900"/>
                </a:solidFill>
                <a:latin typeface="+mn-lt"/>
                <a:ea typeface="+mn-ea"/>
                <a:cs typeface="Arial"/>
              </a:defRPr>
            </a:lvl1pPr>
            <a:lvl2pPr marL="0" indent="0" algn="l" defTabSz="913806" rtl="0" eaLnBrk="1" latinLnBrk="0" hangingPunct="1">
              <a:buNone/>
              <a:defRPr lang="fr-FR" sz="1333" b="1" kern="1200" dirty="0" smtClean="0">
                <a:solidFill>
                  <a:srgbClr val="FF7900"/>
                </a:solidFill>
                <a:latin typeface="+mn-lt"/>
                <a:ea typeface="+mn-ea"/>
                <a:cs typeface="Arial"/>
              </a:defRPr>
            </a:lvl2pPr>
          </a:lstStyle>
          <a:p>
            <a:pPr lvl="0"/>
            <a:r>
              <a:rPr lang="fr-FR"/>
              <a:t>Chiffres</a:t>
            </a:r>
          </a:p>
          <a:p>
            <a:pPr lvl="1"/>
            <a:r>
              <a:rPr lang="fr-FR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68009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81EA443-56C0-40F5-BF8A-AD57DCEFF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619" y="452828"/>
            <a:ext cx="11298767" cy="828183"/>
          </a:xfrm>
        </p:spPr>
        <p:txBody>
          <a:bodyPr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2798" b="1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D030D7A-68DB-4F7C-8E5D-33C73F23D46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9AAF07C9-C367-4629-A800-A08C50E0ABE1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5B2063-31DD-4D89-8658-C4FCE94F3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DAB78A-D008-4C03-BA60-4700B70E30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7B8AC1A-82B7-4E0F-918F-DB502B9C150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8735" y="1430427"/>
            <a:ext cx="11298767" cy="4712362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b="0">
                <a:solidFill>
                  <a:schemeClr val="tx1"/>
                </a:solidFill>
              </a:defRPr>
            </a:lvl1pPr>
            <a:lvl2pPr marL="609205" indent="-380752">
              <a:defRPr lang="fr-FR" altLang="en-US" sz="2133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837656" indent="-380752">
              <a:defRPr lang="fr-FR" altLang="en-US" sz="1866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3pPr>
            <a:lvl4pPr>
              <a:defRPr lang="fr-FR" altLang="en-US" sz="1598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4pPr>
            <a:lvl5pPr>
              <a:defRPr lang="fr-FR" altLang="en-US" sz="1466" b="0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5pPr>
            <a:lvl6pPr marL="1294558" indent="-380752"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3496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>
            <a:extLst>
              <a:ext uri="{FF2B5EF4-FFF2-40B4-BE49-F238E27FC236}">
                <a16:creationId xmlns:a16="http://schemas.microsoft.com/office/drawing/2014/main" id="{981EA443-56C0-40F5-BF8A-AD57DCEFF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735" y="452827"/>
            <a:ext cx="11298767" cy="560746"/>
          </a:xfrm>
        </p:spPr>
        <p:txBody>
          <a:bodyPr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2798" b="1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D030D7A-68DB-4F7C-8E5D-33C73F23D46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EE56F911-2598-4477-8DCE-5901FCF52C3F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5B2063-31DD-4D89-8658-C4FCE94F3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DAB78A-D008-4C03-BA60-4700B70E30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7B8AC1A-82B7-4E0F-918F-DB502B9C150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8735" y="1430427"/>
            <a:ext cx="11298767" cy="4712362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b="0">
                <a:solidFill>
                  <a:schemeClr val="tx1"/>
                </a:solidFill>
              </a:defRPr>
            </a:lvl1pPr>
            <a:lvl2pPr marL="609205" indent="-380752">
              <a:defRPr lang="fr-FR" altLang="en-US" sz="2133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837656" indent="-380752">
              <a:defRPr lang="fr-FR" altLang="en-US" sz="1866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3pPr>
            <a:lvl4pPr>
              <a:defRPr lang="fr-FR" altLang="en-US" sz="1598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4pPr>
            <a:lvl5pPr>
              <a:defRPr lang="fr-FR" altLang="en-US" sz="1466" b="0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5pPr>
            <a:lvl6pPr marL="1294558" indent="-380752"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2DE1F561-DC52-48EB-B57E-CDCD42DDBE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736" y="1013573"/>
            <a:ext cx="11298953" cy="298357"/>
          </a:xfrm>
        </p:spPr>
        <p:txBody>
          <a:bodyPr/>
          <a:lstStyle>
            <a:lvl1pPr marL="0" indent="0">
              <a:buNone/>
              <a:defRPr lang="fr-FR" altLang="en-US" sz="1866" b="1" kern="1200" noProof="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/>
              <a:t>Modifiez le sous-Titre </a:t>
            </a:r>
          </a:p>
        </p:txBody>
      </p:sp>
    </p:spTree>
    <p:extLst>
      <p:ext uri="{BB962C8B-B14F-4D97-AF65-F5344CB8AC3E}">
        <p14:creationId xmlns:p14="http://schemas.microsoft.com/office/powerpoint/2010/main" val="383500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52C258-492F-5565-8B2A-EA8876BE8C3A}"/>
              </a:ext>
            </a:extLst>
          </p:cNvPr>
          <p:cNvSpPr/>
          <p:nvPr userDrawn="1"/>
        </p:nvSpPr>
        <p:spPr>
          <a:xfrm>
            <a:off x="11808432" y="0"/>
            <a:ext cx="38598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8">
              <a:latin typeface="+mn-lt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D030D7A-68DB-4F7C-8E5D-33C73F23D46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52276" y="6487167"/>
            <a:ext cx="1995224" cy="343327"/>
          </a:xfrm>
        </p:spPr>
        <p:txBody>
          <a:bodyPr anchor="ctr"/>
          <a:lstStyle>
            <a:lvl1pPr>
              <a:defRPr kumimoji="0" lang="fr-FR" sz="1066" b="1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176FFC32-96BE-458C-8FCB-B4502D3DFFD1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5B2063-31DD-4D89-8658-C4FCE94F3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0743" y="6487165"/>
            <a:ext cx="8865924" cy="343329"/>
          </a:xfrm>
        </p:spPr>
        <p:txBody>
          <a:bodyPr anchor="ctr"/>
          <a:lstStyle>
            <a:lvl1pPr marL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Font typeface="Helvetica 75" panose="020B0804020202020204" pitchFamily="34" charset="0"/>
              <a:buNone/>
              <a:defRPr kumimoji="0" lang="fr-FR" sz="1066" b="1" i="0" u="none" strike="noStrike" kern="1200" cap="none" spc="0" normalizeH="0" baseline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Soutenance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DAB78A-D008-4C03-BA60-4700B70E30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808434" y="6487165"/>
            <a:ext cx="376719" cy="36395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15" name="Espace réservé du contenu 7">
            <a:extLst>
              <a:ext uri="{FF2B5EF4-FFF2-40B4-BE49-F238E27FC236}">
                <a16:creationId xmlns:a16="http://schemas.microsoft.com/office/drawing/2014/main" id="{68194AA6-62FF-E716-DC16-B54F4E0447D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8735" y="1430427"/>
            <a:ext cx="11298767" cy="4712362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lang="fr-FR" noProof="0" dirty="0">
                <a:latin typeface="+mn-lt"/>
              </a:defRPr>
            </a:lvl1pPr>
            <a:lvl2pPr marL="609205" indent="-380752">
              <a:defRPr lang="fr-FR" noProof="0" dirty="0">
                <a:latin typeface="+mn-lt"/>
              </a:defRPr>
            </a:lvl2pPr>
            <a:lvl3pPr marL="837656" indent="-380752">
              <a:defRPr lang="fr-FR" noProof="0" dirty="0">
                <a:latin typeface="+mn-lt"/>
              </a:defRPr>
            </a:lvl3pPr>
            <a:lvl4pPr>
              <a:defRPr lang="fr-FR" noProof="0" dirty="0">
                <a:latin typeface="+mn-lt"/>
              </a:defRPr>
            </a:lvl4pPr>
            <a:lvl5pPr>
              <a:defRPr lang="fr-FR" noProof="0" dirty="0">
                <a:latin typeface="+mn-lt"/>
              </a:defRPr>
            </a:lvl5pPr>
            <a:lvl6pPr marL="1294558" indent="-380752"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6" name="Titre 10">
            <a:extLst>
              <a:ext uri="{FF2B5EF4-FFF2-40B4-BE49-F238E27FC236}">
                <a16:creationId xmlns:a16="http://schemas.microsoft.com/office/drawing/2014/main" id="{CF184367-2E1C-FCA6-7CE8-03E5E8953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08434" y="163845"/>
            <a:ext cx="376719" cy="5263731"/>
          </a:xfrm>
        </p:spPr>
        <p:txBody>
          <a:bodyPr vert="vert" anchor="ctr"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1400" b="1" i="0" kern="1200" baseline="0" dirty="0">
                <a:solidFill>
                  <a:schemeClr val="tx1"/>
                </a:solidFill>
                <a:latin typeface="+mn-lt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9B8031C-AE8A-3055-F176-FA4628D1C5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502" y="451533"/>
            <a:ext cx="11298767" cy="797760"/>
          </a:xfrm>
        </p:spPr>
        <p:txBody>
          <a:bodyPr vert="horz" anchor="t"/>
          <a:lstStyle>
            <a:lvl1pPr marL="0" indent="0">
              <a:buNone/>
              <a:defRPr lang="fr-FR" altLang="en-US" sz="2798" b="1" i="0" kern="1200" baseline="0" noProof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Modifiez le sous-Titre </a:t>
            </a:r>
          </a:p>
        </p:txBody>
      </p:sp>
    </p:spTree>
    <p:extLst>
      <p:ext uri="{BB962C8B-B14F-4D97-AF65-F5344CB8AC3E}">
        <p14:creationId xmlns:p14="http://schemas.microsoft.com/office/powerpoint/2010/main" val="41678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109B8E-897C-32D8-D0AD-B1FB7744228B}"/>
              </a:ext>
            </a:extLst>
          </p:cNvPr>
          <p:cNvSpPr/>
          <p:nvPr userDrawn="1"/>
        </p:nvSpPr>
        <p:spPr>
          <a:xfrm>
            <a:off x="11808432" y="0"/>
            <a:ext cx="38598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8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408BD-9A72-0B26-99D7-6F04CD7A91A1}"/>
              </a:ext>
            </a:extLst>
          </p:cNvPr>
          <p:cNvSpPr/>
          <p:nvPr userDrawn="1"/>
        </p:nvSpPr>
        <p:spPr>
          <a:xfrm>
            <a:off x="11808432" y="0"/>
            <a:ext cx="38598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8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7B8AC1A-82B7-4E0F-918F-DB502B9C150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8735" y="1430427"/>
            <a:ext cx="11298767" cy="4712362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b="0">
                <a:solidFill>
                  <a:schemeClr val="tx1"/>
                </a:solidFill>
              </a:defRPr>
            </a:lvl1pPr>
            <a:lvl2pPr marL="609205" indent="-380752">
              <a:defRPr lang="fr-FR" altLang="en-US" sz="2133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837656" indent="-380752">
              <a:defRPr lang="fr-FR" altLang="en-US" sz="1866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3pPr>
            <a:lvl4pPr>
              <a:defRPr lang="fr-FR" altLang="en-US" sz="1598" b="0" i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4pPr>
            <a:lvl5pPr>
              <a:defRPr lang="fr-FR" altLang="en-US" sz="1466" b="0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defRPr>
            </a:lvl5pPr>
            <a:lvl6pPr marL="1294558" indent="-380752"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EF7C9F30-6638-4B17-25F0-E9343B3E1A7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52276" y="6487167"/>
            <a:ext cx="1995224" cy="343327"/>
          </a:xfrm>
        </p:spPr>
        <p:txBody>
          <a:bodyPr anchor="ctr"/>
          <a:lstStyle>
            <a:lvl1pPr>
              <a:defRPr kumimoji="0" lang="fr-FR" sz="1066" b="1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975FF430-0DD8-4DEE-BA48-82DF3F574FD6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0EEADA36-082F-4272-84EA-5B6984BE5BE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0743" y="6487165"/>
            <a:ext cx="8865924" cy="343329"/>
          </a:xfrm>
        </p:spPr>
        <p:txBody>
          <a:bodyPr anchor="ctr"/>
          <a:lstStyle>
            <a:lvl1pPr marL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Font typeface="Helvetica 75" panose="020B0804020202020204" pitchFamily="34" charset="0"/>
              <a:buNone/>
              <a:defRPr kumimoji="0" lang="fr-FR" sz="1066" b="1" i="0" u="none" strike="noStrike" kern="1200" cap="none" spc="0" normalizeH="0" baseline="0" smtClean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Soutenance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8993A5E6-0BF3-970D-F708-D38DC591F1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808434" y="6487165"/>
            <a:ext cx="376719" cy="36395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  <a:latin typeface="Helvetica 75 Bold" panose="020B08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F0B670DD-4E10-F513-8E1B-B88B356F2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4502" y="1031040"/>
            <a:ext cx="11298767" cy="308217"/>
          </a:xfrm>
        </p:spPr>
        <p:txBody>
          <a:bodyPr vert="horz" anchor="t"/>
          <a:lstStyle>
            <a:lvl1pPr marL="0" indent="0">
              <a:buNone/>
              <a:defRPr lang="fr-FR" altLang="en-US" sz="1866" b="1" i="0" kern="1200" baseline="0" noProof="0" dirty="0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marL="228452" lvl="0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Titre 10">
            <a:extLst>
              <a:ext uri="{FF2B5EF4-FFF2-40B4-BE49-F238E27FC236}">
                <a16:creationId xmlns:a16="http://schemas.microsoft.com/office/drawing/2014/main" id="{F6CDFDAE-B675-0175-9078-39D1019AF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08434" y="163845"/>
            <a:ext cx="376719" cy="5263731"/>
          </a:xfrm>
        </p:spPr>
        <p:txBody>
          <a:bodyPr vert="vert" anchor="ctr"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1400" b="1" i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C3EDF4A1-3804-5438-A2C8-8C50703592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502" y="451535"/>
            <a:ext cx="11298767" cy="561427"/>
          </a:xfrm>
        </p:spPr>
        <p:txBody>
          <a:bodyPr vert="horz" anchor="t"/>
          <a:lstStyle>
            <a:lvl1pPr marL="0" indent="0">
              <a:buNone/>
              <a:defRPr lang="fr-FR" altLang="en-US" sz="2798" b="1" i="0" kern="1200" baseline="0" noProof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Modifiez le sous-Titre </a:t>
            </a:r>
          </a:p>
        </p:txBody>
      </p:sp>
    </p:spTree>
    <p:extLst>
      <p:ext uri="{BB962C8B-B14F-4D97-AF65-F5344CB8AC3E}">
        <p14:creationId xmlns:p14="http://schemas.microsoft.com/office/powerpoint/2010/main" val="329108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-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A7DBB4-49FA-4711-88DF-C0FD874CE86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8735" y="1574803"/>
            <a:ext cx="5289239" cy="4493683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sz="1866" b="0">
                <a:solidFill>
                  <a:schemeClr val="tx1"/>
                </a:solidFill>
              </a:defRPr>
            </a:lvl1pPr>
            <a:lvl2pPr marL="456902" marR="0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Tx/>
              <a:buSzTx/>
              <a:buFont typeface="Helvetica 75 Bold" panose="020B0804020202020204" pitchFamily="34" charset="0"/>
              <a:buChar char="–"/>
              <a:tabLst/>
              <a:defRPr sz="1866" b="0">
                <a:solidFill>
                  <a:schemeClr val="tx1"/>
                </a:solidFill>
              </a:defRPr>
            </a:lvl2pPr>
            <a:lvl3pPr marL="685355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Font typeface="Helvetica 75 Bold" panose="020B0804020202020204" pitchFamily="34" charset="0"/>
              <a:buChar char="–"/>
              <a:defRPr sz="1866">
                <a:solidFill>
                  <a:schemeClr val="tx1"/>
                </a:solidFill>
              </a:defRPr>
            </a:lvl3pPr>
            <a:lvl4pPr marL="913806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  <a:defRPr sz="1866">
                <a:solidFill>
                  <a:schemeClr val="tx1"/>
                </a:solidFill>
              </a:defRPr>
            </a:lvl4pPr>
            <a:lvl5pPr marL="1142258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  <a:tabLst>
                <a:tab pos="1142258" algn="l"/>
              </a:tabLst>
              <a:defRPr sz="1866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CF105D-B392-4B0B-AA46-1C0F97C20A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54030" y="1587239"/>
            <a:ext cx="5289239" cy="4493683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 sz="1866" b="0">
                <a:solidFill>
                  <a:schemeClr val="tx1"/>
                </a:solidFill>
              </a:defRPr>
            </a:lvl1pPr>
            <a:lvl2pPr marL="456902" marR="0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Tx/>
              <a:buSzTx/>
              <a:buFont typeface="Helvetica 75 Bold" panose="020B0804020202020204" pitchFamily="34" charset="0"/>
              <a:buChar char="–"/>
              <a:tabLst/>
              <a:defRPr sz="1866" b="0">
                <a:solidFill>
                  <a:schemeClr val="tx1"/>
                </a:solidFill>
              </a:defRPr>
            </a:lvl2pPr>
            <a:lvl3pPr marL="685355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bg1"/>
              </a:buClr>
              <a:buFont typeface="Helvetica 75 Bold" panose="020B0804020202020204" pitchFamily="34" charset="0"/>
              <a:buChar char="–"/>
              <a:defRPr sz="1866">
                <a:solidFill>
                  <a:schemeClr val="tx1"/>
                </a:solidFill>
              </a:defRPr>
            </a:lvl3pPr>
            <a:lvl4pPr marL="913806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  <a:defRPr sz="1866">
                <a:solidFill>
                  <a:schemeClr val="tx1"/>
                </a:solidFill>
              </a:defRPr>
            </a:lvl4pPr>
            <a:lvl5pPr marL="1142258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  <a:tabLst>
                <a:tab pos="1142258" algn="l"/>
              </a:tabLst>
              <a:defRPr sz="1866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7012B0CB-E044-4E12-85AD-68E494789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735" y="452828"/>
            <a:ext cx="11298767" cy="828183"/>
          </a:xfrm>
        </p:spPr>
        <p:txBody>
          <a:bodyPr/>
          <a:lstStyle>
            <a:lvl1pPr mar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  <a:defRPr lang="fr-FR" altLang="en-US" sz="2798" b="1" i="0" kern="1200" baseline="0" dirty="0">
                <a:solidFill>
                  <a:schemeClr val="tx2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1066"/>
              </a:spcAft>
              <a:buFont typeface="Arial"/>
              <a:buNone/>
            </a:pPr>
            <a:r>
              <a:rPr lang="fr-FR" noProof="0"/>
              <a:t>Cliquez pour ajouter un titre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7A7D56-F092-4557-8710-01EF5443F6A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7EEE2D7E-C078-48A4-BE4B-0E9046058870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4028E1-50BA-43DC-9FDB-E36F7678C63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3A59D4-3FF2-4760-B245-098683FDE2D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70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Cliquez pour ajouter un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DE92E3A-073A-4B54-8702-5E73890A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B9F562AE-A858-4C73-92A5-BE293CE3D5F1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E1D316-7642-4933-864F-A22A8E24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1D6005-FD01-49A3-935F-C3D3A82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79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F6F4BB2-D9F4-4704-8FF2-5897BE4916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8360" y="357721"/>
            <a:ext cx="11354541" cy="5710766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997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566" indent="0">
              <a:lnSpc>
                <a:spcPct val="85000"/>
              </a:lnSpc>
              <a:spcBef>
                <a:spcPts val="0"/>
              </a:spcBef>
              <a:buNone/>
              <a:defRPr sz="599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328"/>
            </a:lvl3pPr>
            <a:lvl4pPr>
              <a:defRPr sz="7328"/>
            </a:lvl4pPr>
            <a:lvl5pPr>
              <a:defRPr sz="7328"/>
            </a:lvl5pPr>
          </a:lstStyle>
          <a:p>
            <a:pPr lvl="0"/>
            <a:r>
              <a:rPr lang="fr-FR" noProof="0"/>
              <a:t>Ajoutez un titre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31295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Challe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836714"/>
            <a:ext cx="5272941" cy="316835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4797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566" indent="0">
              <a:lnSpc>
                <a:spcPct val="85000"/>
              </a:lnSpc>
              <a:spcBef>
                <a:spcPts val="0"/>
              </a:spcBef>
              <a:buNone/>
              <a:defRPr sz="479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328"/>
            </a:lvl3pPr>
            <a:lvl4pPr>
              <a:defRPr sz="7328"/>
            </a:lvl4pPr>
            <a:lvl5pPr>
              <a:defRPr sz="7328"/>
            </a:lvl5pPr>
          </a:lstStyle>
          <a:p>
            <a:pPr lvl="0"/>
            <a:r>
              <a:rPr lang="fr-FR" noProof="0"/>
              <a:t>Ajoutez un titre</a:t>
            </a:r>
          </a:p>
          <a:p>
            <a:pPr lvl="1"/>
            <a:r>
              <a:rPr lang="fr-FR" noProof="0"/>
              <a:t>Deuxième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 sz="133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8380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s l'actu- Ordin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noProof="0"/>
              <a:t>Cliquez pour ajouter un titre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FC7EB8-635D-427F-A37E-C6162B6706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7749" y="5852608"/>
            <a:ext cx="9168528" cy="4563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D3FB964-F061-4E98-AC1D-84D948F949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73229" y="873598"/>
            <a:ext cx="7410555" cy="50034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993963-2718-4853-B514-6C1D2A3F701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26576" y="1574801"/>
            <a:ext cx="6661053" cy="3909906"/>
          </a:xfrm>
        </p:spPr>
        <p:txBody>
          <a:bodyPr/>
          <a:lstStyle>
            <a:lvl1pPr marL="228452" indent="-228452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/>
              <a:t>Cliquez pour ajouter du texte</a:t>
            </a:r>
          </a:p>
          <a:p>
            <a:pPr lvl="0"/>
            <a:endParaRPr lang="fr-FR" noProof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89D584-4B00-495C-B6D0-3CABE025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BB062882-16E2-4A2F-B043-83623CDF62BD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CC90E4-6801-47FC-8FCF-D322A857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63F8E0-0763-4D17-A010-71A57197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45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56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62B025A9-B8F7-4714-8814-B5EE1DBF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588" y="5424683"/>
            <a:ext cx="7817291" cy="1496358"/>
          </a:xfrm>
          <a:prstGeom prst="rect">
            <a:avLst/>
          </a:prstGeom>
        </p:spPr>
      </p:pic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9EF4265A-2DB7-42BC-9450-B823067B38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2387" y="1987162"/>
            <a:ext cx="9084733" cy="668104"/>
          </a:xfrm>
        </p:spPr>
        <p:txBody>
          <a:bodyPr/>
          <a:lstStyle>
            <a:lvl1pPr marL="0" indent="0">
              <a:buNone/>
              <a:defRPr lang="fr-FR" altLang="en-US" sz="5330" b="1" kern="1200" noProof="0" dirty="0" smtClean="0">
                <a:solidFill>
                  <a:schemeClr val="tx2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/>
              <a:t>Merci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28687BA-67EE-487A-A7DC-13F050B297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2387" y="2655264"/>
            <a:ext cx="9091615" cy="2021810"/>
          </a:xfrm>
        </p:spPr>
        <p:txBody>
          <a:bodyPr anchor="b"/>
          <a:lstStyle>
            <a:lvl1pPr marL="0" marR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solidFill>
                  <a:schemeClr val="tx1"/>
                </a:solidFill>
              </a:defRPr>
            </a:lvl1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ajouter un sous-titre</a:t>
            </a:r>
          </a:p>
        </p:txBody>
      </p:sp>
      <p:sp>
        <p:nvSpPr>
          <p:cNvPr id="42" name="TextBox 4">
            <a:extLst>
              <a:ext uri="{FF2B5EF4-FFF2-40B4-BE49-F238E27FC236}">
                <a16:creationId xmlns:a16="http://schemas.microsoft.com/office/drawing/2014/main" id="{3F00CAD4-6E1D-4595-8898-F3F5F3FF2D73}"/>
              </a:ext>
            </a:extLst>
          </p:cNvPr>
          <p:cNvSpPr txBox="1"/>
          <p:nvPr userDrawn="1"/>
        </p:nvSpPr>
        <p:spPr>
          <a:xfrm>
            <a:off x="799968" y="4740992"/>
            <a:ext cx="4800533" cy="32823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marR="0" indent="0" algn="l" defTabSz="12184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133" b="0" i="0" u="none" noProof="0">
                <a:solidFill>
                  <a:schemeClr val="tx2"/>
                </a:solidFill>
                <a:latin typeface="+mn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orangecyberdefense.com</a:t>
            </a:r>
            <a:endParaRPr lang="fr-FR" sz="2133" b="0" i="0" u="none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33E6A596-B887-EE5F-2B5F-8DBA851A44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2" y="213294"/>
            <a:ext cx="3729737" cy="97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6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913">
          <p15:clr>
            <a:srgbClr val="FBAE40"/>
          </p15:clr>
        </p15:guide>
        <p15:guide id="2" pos="363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C27D36E-2F16-1249-D019-F1F449795889}"/>
              </a:ext>
            </a:extLst>
          </p:cNvPr>
          <p:cNvGrpSpPr/>
          <p:nvPr userDrawn="1"/>
        </p:nvGrpSpPr>
        <p:grpSpPr>
          <a:xfrm>
            <a:off x="-584040" y="-173903"/>
            <a:ext cx="8073007" cy="5884704"/>
            <a:chOff x="-840220" y="-329449"/>
            <a:chExt cx="6981568" cy="5089106"/>
          </a:xfrm>
        </p:grpSpPr>
        <p:sp>
          <p:nvSpPr>
            <p:cNvPr id="23" name="Arc partiel 22">
              <a:extLst>
                <a:ext uri="{FF2B5EF4-FFF2-40B4-BE49-F238E27FC236}">
                  <a16:creationId xmlns:a16="http://schemas.microsoft.com/office/drawing/2014/main" id="{19513D41-1582-9DAE-D2AD-88966EF05C57}"/>
                </a:ext>
              </a:extLst>
            </p:cNvPr>
            <p:cNvSpPr/>
            <p:nvPr userDrawn="1"/>
          </p:nvSpPr>
          <p:spPr>
            <a:xfrm rot="16200000">
              <a:off x="2871015" y="1985092"/>
              <a:ext cx="2774565" cy="2774565"/>
            </a:xfrm>
            <a:prstGeom prst="pie">
              <a:avLst>
                <a:gd name="adj1" fmla="val 10773478"/>
                <a:gd name="adj2" fmla="val 162044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133">
                <a:solidFill>
                  <a:srgbClr val="000000"/>
                </a:solidFill>
              </a:endParaRPr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EAFD687-D8AB-5813-4C2E-4219A6AA49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840220" y="-329449"/>
              <a:ext cx="6981568" cy="4416009"/>
            </a:xfrm>
            <a:prstGeom prst="rect">
              <a:avLst/>
            </a:prstGeom>
          </p:spPr>
        </p:pic>
        <p:sp>
          <p:nvSpPr>
            <p:cNvPr id="41" name="Arc partiel 40">
              <a:extLst>
                <a:ext uri="{FF2B5EF4-FFF2-40B4-BE49-F238E27FC236}">
                  <a16:creationId xmlns:a16="http://schemas.microsoft.com/office/drawing/2014/main" id="{262C8F22-156A-2C4F-10E9-75A86EE6798B}"/>
                </a:ext>
              </a:extLst>
            </p:cNvPr>
            <p:cNvSpPr/>
            <p:nvPr userDrawn="1"/>
          </p:nvSpPr>
          <p:spPr>
            <a:xfrm rot="16200000">
              <a:off x="3555091" y="2669166"/>
              <a:ext cx="1406413" cy="1406415"/>
            </a:xfrm>
            <a:prstGeom prst="pie">
              <a:avLst>
                <a:gd name="adj1" fmla="val 21591779"/>
                <a:gd name="adj2" fmla="val 540507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133">
                <a:solidFill>
                  <a:srgbClr val="000000"/>
                </a:solidFill>
              </a:endParaRPr>
            </a:p>
          </p:txBody>
        </p:sp>
      </p:grpSp>
      <p:pic>
        <p:nvPicPr>
          <p:cNvPr id="30" name="Image 2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77976503-056D-6A62-812A-A86D17FEF6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2" y="5834437"/>
            <a:ext cx="3729737" cy="974099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4F6631F-F668-E240-7D49-E031FC11F9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8231" y="1094285"/>
            <a:ext cx="5184576" cy="675124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800"/>
              </a:spcBef>
              <a:buNone/>
              <a:defRPr lang="en-US" sz="5330" b="1" dirty="0">
                <a:solidFill>
                  <a:schemeClr val="tx2"/>
                </a:solidFill>
              </a:defRPr>
            </a:lvl1pPr>
            <a:lvl2pPr>
              <a:lnSpc>
                <a:spcPct val="85000"/>
              </a:lnSpc>
              <a:spcBef>
                <a:spcPts val="800"/>
              </a:spcBef>
              <a:defRPr sz="3731"/>
            </a:lvl2pPr>
          </a:lstStyle>
          <a:p>
            <a:pPr lvl="0"/>
            <a:r>
              <a:rPr lang="fr-FR" noProof="0"/>
              <a:t>Merci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F66B03B-E189-7398-2AB8-91D52FE5B1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8231" y="4243408"/>
            <a:ext cx="5184576" cy="220046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800"/>
              </a:spcBef>
              <a:buNone/>
              <a:defRPr lang="fr-FR" altLang="en-US" sz="2133" b="0" i="0" kern="1200" baseline="0" noProof="0" dirty="0">
                <a:solidFill>
                  <a:schemeClr val="tx1"/>
                </a:solidFill>
                <a:latin typeface="Arial" panose="020B0604020202020204" pitchFamily="34" charset="0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lnSpc>
                <a:spcPct val="85000"/>
              </a:lnSpc>
              <a:spcBef>
                <a:spcPts val="800"/>
              </a:spcBef>
              <a:defRPr sz="3731"/>
            </a:lvl2pPr>
          </a:lstStyle>
          <a:p>
            <a:pPr marL="0" marR="0" lvl="0" indent="0" algn="l" defTabSz="913806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fr-FR" noProof="0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312705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fin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C27D36E-2F16-1249-D019-F1F449795889}"/>
              </a:ext>
            </a:extLst>
          </p:cNvPr>
          <p:cNvGrpSpPr/>
          <p:nvPr userDrawn="1"/>
        </p:nvGrpSpPr>
        <p:grpSpPr>
          <a:xfrm>
            <a:off x="-584040" y="-173903"/>
            <a:ext cx="8073007" cy="5884704"/>
            <a:chOff x="-840220" y="-329449"/>
            <a:chExt cx="6981568" cy="5089106"/>
          </a:xfrm>
        </p:grpSpPr>
        <p:sp>
          <p:nvSpPr>
            <p:cNvPr id="23" name="Arc partiel 22">
              <a:extLst>
                <a:ext uri="{FF2B5EF4-FFF2-40B4-BE49-F238E27FC236}">
                  <a16:creationId xmlns:a16="http://schemas.microsoft.com/office/drawing/2014/main" id="{19513D41-1582-9DAE-D2AD-88966EF05C57}"/>
                </a:ext>
              </a:extLst>
            </p:cNvPr>
            <p:cNvSpPr/>
            <p:nvPr userDrawn="1"/>
          </p:nvSpPr>
          <p:spPr>
            <a:xfrm rot="16200000">
              <a:off x="2871015" y="1985092"/>
              <a:ext cx="2774565" cy="2774565"/>
            </a:xfrm>
            <a:prstGeom prst="pie">
              <a:avLst>
                <a:gd name="adj1" fmla="val 10773478"/>
                <a:gd name="adj2" fmla="val 162044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133">
                <a:solidFill>
                  <a:srgbClr val="000000"/>
                </a:solidFill>
              </a:endParaRPr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EAFD687-D8AB-5813-4C2E-4219A6AA49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840220" y="-329449"/>
              <a:ext cx="6981568" cy="4416009"/>
            </a:xfrm>
            <a:prstGeom prst="rect">
              <a:avLst/>
            </a:prstGeom>
          </p:spPr>
        </p:pic>
        <p:sp>
          <p:nvSpPr>
            <p:cNvPr id="41" name="Arc partiel 40">
              <a:extLst>
                <a:ext uri="{FF2B5EF4-FFF2-40B4-BE49-F238E27FC236}">
                  <a16:creationId xmlns:a16="http://schemas.microsoft.com/office/drawing/2014/main" id="{262C8F22-156A-2C4F-10E9-75A86EE6798B}"/>
                </a:ext>
              </a:extLst>
            </p:cNvPr>
            <p:cNvSpPr/>
            <p:nvPr userDrawn="1"/>
          </p:nvSpPr>
          <p:spPr>
            <a:xfrm rot="16200000">
              <a:off x="3555091" y="2669166"/>
              <a:ext cx="1406413" cy="1406415"/>
            </a:xfrm>
            <a:prstGeom prst="pie">
              <a:avLst>
                <a:gd name="adj1" fmla="val 21591779"/>
                <a:gd name="adj2" fmla="val 540507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133">
                <a:solidFill>
                  <a:srgbClr val="000000"/>
                </a:solidFill>
              </a:endParaRPr>
            </a:p>
          </p:txBody>
        </p:sp>
      </p:grpSp>
      <p:pic>
        <p:nvPicPr>
          <p:cNvPr id="30" name="Image 29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77976503-056D-6A62-812A-A86D17FEF6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2" y="5834437"/>
            <a:ext cx="3729737" cy="97409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15AA982-B40A-88B9-8599-7D3C099492F6}"/>
              </a:ext>
            </a:extLst>
          </p:cNvPr>
          <p:cNvSpPr txBox="1"/>
          <p:nvPr userDrawn="1"/>
        </p:nvSpPr>
        <p:spPr>
          <a:xfrm>
            <a:off x="5359401" y="4099879"/>
            <a:ext cx="4402667" cy="83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5330" b="1" i="0" kern="1200" baseline="0" noProof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fr-FR" altLang="en-US" sz="5330" b="1" i="0" kern="1200" baseline="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r-FR" altLang="en-US" sz="5330" b="1" i="0" kern="1200" baseline="0" noProof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safer</a:t>
            </a:r>
            <a:endParaRPr lang="fr-FR" altLang="en-US" sz="5330" b="1" i="0" kern="1200" baseline="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F40265-E239-91A8-4751-830AE0623EFA}"/>
              </a:ext>
            </a:extLst>
          </p:cNvPr>
          <p:cNvSpPr txBox="1"/>
          <p:nvPr userDrawn="1"/>
        </p:nvSpPr>
        <p:spPr>
          <a:xfrm>
            <a:off x="5359400" y="4932477"/>
            <a:ext cx="4953000" cy="83054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lvl="0" indent="0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Arial"/>
              <a:buNone/>
            </a:pPr>
            <a:r>
              <a:rPr lang="fr-FR" altLang="en-US" sz="5330" b="1" i="0" kern="1200" baseline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society</a:t>
            </a:r>
          </a:p>
        </p:txBody>
      </p:sp>
    </p:spTree>
    <p:extLst>
      <p:ext uri="{BB962C8B-B14F-4D97-AF65-F5344CB8AC3E}">
        <p14:creationId xmlns:p14="http://schemas.microsoft.com/office/powerpoint/2010/main" val="131427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Description générée automatiquement">
            <a:extLst>
              <a:ext uri="{FF2B5EF4-FFF2-40B4-BE49-F238E27FC236}">
                <a16:creationId xmlns:a16="http://schemas.microsoft.com/office/drawing/2014/main" id="{E3E44C57-4F6C-5056-D476-2F4C3DCAC5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2823" y="2315583"/>
            <a:ext cx="8526356" cy="22268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047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1574803"/>
            <a:ext cx="11353800" cy="44936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 noProof="0"/>
              <a:t>Cliquez pour modifier le titre</a:t>
            </a:r>
            <a:endParaRPr lang="en-GB"/>
          </a:p>
        </p:txBody>
      </p:sp>
      <p:sp>
        <p:nvSpPr>
          <p:cNvPr id="9" name="Text Placeholder 10"/>
          <p:cNvSpPr txBox="1">
            <a:spLocks/>
          </p:cNvSpPr>
          <p:nvPr userDrawn="1"/>
        </p:nvSpPr>
        <p:spPr>
          <a:xfrm>
            <a:off x="419100" y="6047314"/>
            <a:ext cx="366680" cy="446614"/>
          </a:xfrm>
          <a:prstGeom prst="rect">
            <a:avLst/>
          </a:prstGeom>
        </p:spPr>
        <p:txBody>
          <a:bodyPr wrap="square" lIns="9594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6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8408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1066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EB5E2D-CBD5-ED11-A035-CFE5212E18D3}"/>
              </a:ext>
            </a:extLst>
          </p:cNvPr>
          <p:cNvSpPr txBox="1">
            <a:spLocks/>
          </p:cNvSpPr>
          <p:nvPr userDrawn="1"/>
        </p:nvSpPr>
        <p:spPr>
          <a:xfrm>
            <a:off x="719406" y="6132244"/>
            <a:ext cx="8865924" cy="363954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0" lang="fr-FR" sz="8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7829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fr-FR" sz="1066" b="1" i="0" u="none" strike="noStrike" kern="1200" cap="none" spc="0" normalizeH="0" baseline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RENAULT GROUP - Proposition Technique et Commerciale – Lot 5</a:t>
            </a:r>
          </a:p>
        </p:txBody>
      </p:sp>
    </p:spTree>
    <p:extLst>
      <p:ext uri="{BB962C8B-B14F-4D97-AF65-F5344CB8AC3E}">
        <p14:creationId xmlns:p14="http://schemas.microsoft.com/office/powerpoint/2010/main" val="285913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9100" y="1574801"/>
            <a:ext cx="5289240" cy="4493683"/>
          </a:xfrm>
        </p:spPr>
        <p:txBody>
          <a:bodyPr>
            <a:normAutofit/>
          </a:bodyPr>
          <a:lstStyle>
            <a:lvl1pPr>
              <a:defRPr sz="1866" baseline="0">
                <a:solidFill>
                  <a:schemeClr val="accent1"/>
                </a:solidFill>
              </a:defRPr>
            </a:lvl1pPr>
            <a:lvl2pPr>
              <a:defRPr sz="1866" baseline="0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866" baseline="0">
                <a:solidFill>
                  <a:schemeClr val="tx1"/>
                </a:solidFill>
              </a:defRPr>
            </a:lvl3pPr>
            <a:lvl4pPr>
              <a:defRPr sz="1866" baseline="0">
                <a:solidFill>
                  <a:schemeClr val="tx1"/>
                </a:solidFill>
              </a:defRPr>
            </a:lvl4pPr>
            <a:lvl5pPr>
              <a:defRPr sz="1866" baseline="0">
                <a:solidFill>
                  <a:schemeClr val="tx1"/>
                </a:solidFill>
              </a:defRPr>
            </a:lvl5pPr>
            <a:lvl6pPr>
              <a:defRPr sz="1866">
                <a:solidFill>
                  <a:schemeClr val="tx1"/>
                </a:solidFill>
              </a:defRPr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2588" y="1574799"/>
            <a:ext cx="5290312" cy="4493685"/>
          </a:xfrm>
        </p:spPr>
        <p:txBody>
          <a:bodyPr>
            <a:normAutofit/>
          </a:bodyPr>
          <a:lstStyle>
            <a:lvl1pPr>
              <a:defRPr sz="1866">
                <a:solidFill>
                  <a:schemeClr val="accent1"/>
                </a:solidFill>
              </a:defRPr>
            </a:lvl1pPr>
            <a:lvl2pPr>
              <a:defRPr sz="1866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866">
                <a:solidFill>
                  <a:schemeClr val="tx1"/>
                </a:solidFill>
              </a:defRPr>
            </a:lvl3pPr>
            <a:lvl4pPr>
              <a:defRPr sz="1866">
                <a:solidFill>
                  <a:schemeClr val="tx1"/>
                </a:solidFill>
              </a:defRPr>
            </a:lvl4pPr>
            <a:lvl5pPr>
              <a:defRPr sz="1866">
                <a:solidFill>
                  <a:schemeClr val="tx1"/>
                </a:solidFill>
              </a:defRPr>
            </a:lvl5pPr>
            <a:lvl6pPr>
              <a:defRPr sz="1866">
                <a:solidFill>
                  <a:schemeClr val="tx1"/>
                </a:solidFill>
              </a:defRPr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7602" y="357719"/>
            <a:ext cx="11355300" cy="9884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 noProof="0"/>
              <a:t>Cliquez pour modifier le titre</a:t>
            </a:r>
            <a:endParaRPr lang="en-GB"/>
          </a:p>
        </p:txBody>
      </p:sp>
      <p:sp>
        <p:nvSpPr>
          <p:cNvPr id="11" name="Text Placeholder 10"/>
          <p:cNvSpPr txBox="1">
            <a:spLocks/>
          </p:cNvSpPr>
          <p:nvPr userDrawn="1"/>
        </p:nvSpPr>
        <p:spPr>
          <a:xfrm>
            <a:off x="419100" y="6047314"/>
            <a:ext cx="366680" cy="446614"/>
          </a:xfrm>
          <a:prstGeom prst="rect">
            <a:avLst/>
          </a:prstGeom>
        </p:spPr>
        <p:txBody>
          <a:bodyPr wrap="square" lIns="9594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408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6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8408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1066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2" name="Espace réservé du pied de page 3">
            <a:extLst>
              <a:ext uri="{FF2B5EF4-FFF2-40B4-BE49-F238E27FC236}">
                <a16:creationId xmlns:a16="http://schemas.microsoft.com/office/drawing/2014/main" id="{66E8387A-BF32-2DD6-C133-8C0EBB76756E}"/>
              </a:ext>
            </a:extLst>
          </p:cNvPr>
          <p:cNvSpPr txBox="1">
            <a:spLocks/>
          </p:cNvSpPr>
          <p:nvPr userDrawn="1"/>
        </p:nvSpPr>
        <p:spPr>
          <a:xfrm>
            <a:off x="719406" y="6132244"/>
            <a:ext cx="8865924" cy="363954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kumimoji="0" lang="fr-FR" sz="8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7829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fr-FR" sz="1066" b="1" i="0" u="none" strike="noStrike" kern="1200" cap="none" spc="0" normalizeH="0" baseline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RENAULT GROUP - Proposition Technique et Commerciale – Lot 2</a:t>
            </a:r>
          </a:p>
        </p:txBody>
      </p:sp>
    </p:spTree>
    <p:extLst>
      <p:ext uri="{BB962C8B-B14F-4D97-AF65-F5344CB8AC3E}">
        <p14:creationId xmlns:p14="http://schemas.microsoft.com/office/powerpoint/2010/main" val="154515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04801" y="152400"/>
            <a:ext cx="115363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latin typeface="Helvetica 55 Roman" panose="020B0604020202020204" pitchFamily="34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5" name="Espace réservé du texte 2"/>
          <p:cNvSpPr>
            <a:spLocks noGrp="1"/>
          </p:cNvSpPr>
          <p:nvPr>
            <p:ph idx="1"/>
          </p:nvPr>
        </p:nvSpPr>
        <p:spPr bwMode="auto">
          <a:xfrm>
            <a:off x="304801" y="1219201"/>
            <a:ext cx="11536363" cy="490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678" marR="0" indent="-342678" algn="l" defTabSz="913806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 kumimoji="0" lang="fr-FR" altLang="fr-FR" sz="249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45 Light" panose="020B0403020202020204" pitchFamily="34" charset="0"/>
              </a:defRPr>
            </a:lvl1pPr>
            <a:lvl2pPr marL="742468" marR="0" indent="-285566" algn="l" defTabSz="9138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Arial" panose="020B0604020202020204" pitchFamily="34" charset="0"/>
              <a:buChar char="‒"/>
              <a:tabLst>
                <a:tab pos="896355" algn="l"/>
              </a:tabLst>
              <a:defRPr kumimoji="0" lang="fr-FR" altLang="fr-FR" sz="1998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elvetica 45 Light" panose="020B0403020202020204" pitchFamily="34" charset="0"/>
              </a:defRPr>
            </a:lvl2pPr>
            <a:lvl3pPr marL="1142258" marR="0" indent="-228452" algn="l" defTabSz="913806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fr-FR" altLang="fr-FR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elvetica 45 Light" pitchFamily="34" charset="0"/>
              </a:defRPr>
            </a:lvl3pPr>
            <a:lvl4pPr marL="1599160" marR="0" indent="-228452" algn="l" defTabSz="913806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fr-FR" altLang="fr-FR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Helvetica 45 Light" pitchFamily="34" charset="0"/>
              </a:defRPr>
            </a:lvl4pPr>
            <a:lvl5pPr marL="2113176" marR="0" indent="-285566" algn="l" defTabSz="913806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fr-FR" altLang="fr-FR" sz="1400" b="0" i="0" u="none" strike="noStrike" kern="1200" cap="none" spc="0" normalizeH="0" baseline="0" noProof="0">
                <a:latin typeface="Helvetica 45 Light" panose="020B0403020202020204" pitchFamily="34" charset="0"/>
              </a:defRPr>
            </a:lvl5pPr>
          </a:lstStyle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E9B58-2C4A-44D4-B869-F062015B860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A9E2B-2A08-4AE5-832B-E647951556CB}" type="datetime1">
              <a:rPr lang="fr-FR" smtClean="0"/>
              <a:t>22/07/2026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dirty="0"/>
              <a:t>Orange Cyberdefense</a:t>
            </a:r>
          </a:p>
        </p:txBody>
      </p:sp>
    </p:spTree>
    <p:extLst>
      <p:ext uri="{BB962C8B-B14F-4D97-AF65-F5344CB8AC3E}">
        <p14:creationId xmlns:p14="http://schemas.microsoft.com/office/powerpoint/2010/main" val="266673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tude de cas - Répond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59005CCC-599A-4E18-9D63-2C7BE19A80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3853" y="2"/>
            <a:ext cx="3913911" cy="5195144"/>
          </a:xfrm>
          <a:prstGeom prst="rect">
            <a:avLst/>
          </a:prstGeom>
        </p:spPr>
        <p:txBody>
          <a:bodyPr tIns="1440000"/>
          <a:lstStyle>
            <a:lvl1pPr>
              <a:defRPr lang="de-DE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noProof="0" err="1"/>
              <a:t>picture</a:t>
            </a:r>
            <a:endParaRPr lang="fr-FR" noProof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59CCFF5-948C-4631-BC9B-82E8EAF510E4}"/>
              </a:ext>
            </a:extLst>
          </p:cNvPr>
          <p:cNvSpPr/>
          <p:nvPr userDrawn="1"/>
        </p:nvSpPr>
        <p:spPr>
          <a:xfrm>
            <a:off x="3906987" y="5195150"/>
            <a:ext cx="8298871" cy="1662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78" tIns="71956" rIns="95910" bIns="0"/>
          <a:lstStyle/>
          <a:p>
            <a:pPr marL="404419" indent="-226793" eaLnBrk="0" hangingPunct="0">
              <a:defRPr/>
            </a:pPr>
            <a:endParaRPr lang="fr-FR" altLang="fr-FR" sz="2098" b="1" noProof="0">
              <a:solidFill>
                <a:schemeClr val="bg1"/>
              </a:solidFill>
              <a:latin typeface="+mj-lt"/>
              <a:ea typeface="ＭＳ Ｐゴシック" pitchFamily="34" charset="-128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B0FADD65-26E7-49A6-8936-5A1BF098382B}"/>
              </a:ext>
            </a:extLst>
          </p:cNvPr>
          <p:cNvSpPr/>
          <p:nvPr userDrawn="1"/>
        </p:nvSpPr>
        <p:spPr>
          <a:xfrm>
            <a:off x="3913916" y="5195654"/>
            <a:ext cx="92697" cy="1662349"/>
          </a:xfrm>
          <a:prstGeom prst="rect">
            <a:avLst/>
          </a:prstGeom>
          <a:solidFill>
            <a:srgbClr val="FF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78" tIns="71956" rIns="95910" bIns="0"/>
          <a:lstStyle/>
          <a:p>
            <a:pPr marL="404419" indent="-226793" eaLnBrk="0" hangingPunct="0">
              <a:defRPr/>
            </a:pPr>
            <a:endParaRPr lang="fr-FR" altLang="fr-FR" sz="2098" b="1" noProof="0">
              <a:solidFill>
                <a:schemeClr val="bg1"/>
              </a:solidFill>
              <a:latin typeface="+mj-lt"/>
              <a:ea typeface="ＭＳ Ｐゴシック" pitchFamily="34" charset="-128"/>
            </a:endParaRPr>
          </a:p>
        </p:txBody>
      </p:sp>
      <p:pic>
        <p:nvPicPr>
          <p:cNvPr id="23" name="Image 3">
            <a:extLst>
              <a:ext uri="{FF2B5EF4-FFF2-40B4-BE49-F238E27FC236}">
                <a16:creationId xmlns:a16="http://schemas.microsoft.com/office/drawing/2014/main" id="{947C4FCF-3B52-4211-9D95-5ED309F99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021" y="159801"/>
            <a:ext cx="1095979" cy="652692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445629-E251-6C7A-FAF6-C570B636F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1738" y="221676"/>
            <a:ext cx="7862460" cy="550799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798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noProof="0"/>
              <a:t>Cliquez pour ajouter un titre</a:t>
            </a:r>
          </a:p>
        </p:txBody>
      </p:sp>
      <p:sp>
        <p:nvSpPr>
          <p:cNvPr id="3" name="Espace réservé du texte 36">
            <a:extLst>
              <a:ext uri="{FF2B5EF4-FFF2-40B4-BE49-F238E27FC236}">
                <a16:creationId xmlns:a16="http://schemas.microsoft.com/office/drawing/2014/main" id="{B153B829-8F2D-FA4E-F998-87A08235EC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20779" y="5224269"/>
            <a:ext cx="7862460" cy="25845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buClr>
                <a:schemeClr val="bg1"/>
              </a:buClr>
              <a:buFont typeface="Wingdings" panose="05000000000000000000" pitchFamily="2" charset="2"/>
              <a:buNone/>
              <a:defRPr sz="1866" b="1">
                <a:solidFill>
                  <a:schemeClr val="bg1"/>
                </a:solidFill>
                <a:latin typeface="+mj-lt"/>
              </a:defRPr>
            </a:lvl1pPr>
            <a:lvl2pPr marL="688075" indent="-380752">
              <a:buClr>
                <a:schemeClr val="bg1"/>
              </a:buClr>
              <a:buFont typeface="Wingdings" panose="05000000000000000000" pitchFamily="2" charset="2"/>
              <a:buChar char="§"/>
              <a:defRPr sz="1866">
                <a:solidFill>
                  <a:schemeClr val="bg1"/>
                </a:solidFill>
                <a:latin typeface="+mj-lt"/>
              </a:defRPr>
            </a:lvl2pPr>
            <a:lvl3pPr marL="1218012" indent="0">
              <a:buClr>
                <a:schemeClr val="bg1"/>
              </a:buClr>
              <a:buFont typeface="Wingdings" panose="05000000000000000000" pitchFamily="2" charset="2"/>
              <a:buNone/>
              <a:defRPr sz="1866">
                <a:solidFill>
                  <a:schemeClr val="bg1"/>
                </a:solidFill>
                <a:latin typeface="+mj-lt"/>
              </a:defRPr>
            </a:lvl3pPr>
            <a:lvl4pPr marL="2131520" indent="-304504">
              <a:buClr>
                <a:schemeClr val="bg1"/>
              </a:buClr>
              <a:buFont typeface="Wingdings" panose="05000000000000000000" pitchFamily="2" charset="2"/>
              <a:buChar char="§"/>
              <a:defRPr sz="1866">
                <a:solidFill>
                  <a:schemeClr val="bg1"/>
                </a:solidFill>
                <a:latin typeface="+mj-lt"/>
              </a:defRPr>
            </a:lvl4pPr>
            <a:lvl5pPr marL="2740526" indent="-304504">
              <a:buClr>
                <a:schemeClr val="bg1"/>
              </a:buClr>
              <a:buFont typeface="Wingdings" panose="05000000000000000000" pitchFamily="2" charset="2"/>
              <a:buChar char="§"/>
              <a:defRPr sz="1866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noProof="0"/>
              <a:t>Bénéfices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49349A5-7643-D020-05B9-4E3D05FF154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19823" y="5731101"/>
            <a:ext cx="7863416" cy="870518"/>
          </a:xfrm>
        </p:spPr>
        <p:txBody>
          <a:bodyPr/>
          <a:lstStyle>
            <a:lvl1pPr marL="228452" indent="-228452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lang="fr-FR" altLang="en-US" sz="1598" b="0" i="0" kern="1200" baseline="0" dirty="0" smtClean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lang="fr-FR" altLang="en-US" sz="1598" b="0" i="0" kern="1200" baseline="0" noProof="0" dirty="0" smtClean="0">
                <a:solidFill>
                  <a:schemeClr val="bg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456902" indent="0">
              <a:buNone/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46919-8ED4-3E35-4E5C-85535A5876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20780" y="1124655"/>
            <a:ext cx="7863045" cy="258452"/>
          </a:xfrm>
        </p:spPr>
        <p:txBody>
          <a:bodyPr wrap="square">
            <a:spAutoFit/>
          </a:bodyPr>
          <a:lstStyle>
            <a:lvl1pPr marL="0" indent="0">
              <a:buNone/>
              <a:defRPr sz="1866" b="1">
                <a:solidFill>
                  <a:schemeClr val="tx1"/>
                </a:solidFill>
                <a:latin typeface="+mj-lt"/>
              </a:defRPr>
            </a:lvl1pPr>
            <a:lvl2pPr marL="461133" indent="-230568"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 noProof="0"/>
              <a:t>Enjeux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ED5E3A9-7CA3-D1A2-02A7-F8A20D8405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0780" y="3166183"/>
            <a:ext cx="7863045" cy="258452"/>
          </a:xfrm>
        </p:spPr>
        <p:txBody>
          <a:bodyPr wrap="square">
            <a:spAutoFit/>
          </a:bodyPr>
          <a:lstStyle>
            <a:lvl1pPr marL="0" indent="0">
              <a:buNone/>
              <a:defRPr sz="1866" b="1">
                <a:solidFill>
                  <a:schemeClr val="tx1"/>
                </a:solidFill>
                <a:latin typeface="+mj-lt"/>
              </a:defRPr>
            </a:lvl1pPr>
            <a:lvl2pPr marL="461133" indent="-230568">
              <a:buClr>
                <a:schemeClr val="tx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 noProof="0"/>
              <a:t>Services/Solutions/Réalisations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F972CF8E-0E8D-AF6E-3ACF-F2272CCC14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21151" y="1599706"/>
            <a:ext cx="7863416" cy="1450171"/>
          </a:xfrm>
        </p:spPr>
        <p:txBody>
          <a:bodyPr/>
          <a:lstStyle>
            <a:lvl1pPr marL="228452" indent="-228452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lang="fr-FR" altLang="en-US" sz="1598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lang="fr-FR" altLang="en-US" sz="1598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456902" indent="0">
              <a:buNone/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6FD54C4-6451-95AD-DE1F-B028828F51E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19823" y="3603266"/>
            <a:ext cx="7863416" cy="1450171"/>
          </a:xfrm>
        </p:spPr>
        <p:txBody>
          <a:bodyPr/>
          <a:lstStyle>
            <a:lvl1pPr marL="228452" indent="-228452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lang="fr-FR" altLang="en-US" sz="1598" b="0" i="0" kern="1200" baseline="0" dirty="0" smtClean="0">
                <a:solidFill>
                  <a:schemeClr val="tx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lang="fr-FR" altLang="en-US" sz="1598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2pPr>
            <a:lvl3pPr marL="456902" indent="0">
              <a:buNone/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3pPr>
            <a:lvl4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4pPr>
            <a:lvl5pPr>
              <a:defRPr lang="fr-FR" altLang="en-US" sz="1400" b="0" i="0" kern="1200" baseline="0" noProof="0" dirty="0" smtClean="0">
                <a:solidFill>
                  <a:schemeClr val="tx1"/>
                </a:solidFill>
                <a:latin typeface="+mj-lt"/>
                <a:ea typeface="Arial Unicode MS" panose="020B0604020202020204" pitchFamily="34" charset="-128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80942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452968" y="452828"/>
            <a:ext cx="11294533" cy="82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 defTabSz="685355" fontAlgn="base">
              <a:spcAft>
                <a:spcPts val="0"/>
              </a:spcAft>
            </a:pPr>
            <a:r>
              <a:rPr lang="fr-FR" altLang="en-US" noProof="0"/>
              <a:t>Cliquez ici pour saisir le titre principal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48735" y="1531994"/>
            <a:ext cx="11298767" cy="44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228452" lvl="0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fr-FR" altLang="en-US"/>
              <a:t>Modifiez le texte du masque</a:t>
            </a:r>
          </a:p>
          <a:p>
            <a:pPr marL="456902" marR="0" lvl="1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ClrTx/>
              <a:buSzTx/>
              <a:buFont typeface="Helvetica 75 Bold" panose="020B0804020202020204" pitchFamily="34" charset="0"/>
              <a:buChar char="–"/>
              <a:tabLst/>
            </a:pPr>
            <a:r>
              <a:rPr lang="fr-FR"/>
              <a:t>Deuxième niveau</a:t>
            </a:r>
          </a:p>
          <a:p>
            <a:pPr marL="685355" lvl="2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</a:pPr>
            <a:r>
              <a:rPr lang="fr-FR"/>
              <a:t>Troisième niveau</a:t>
            </a:r>
          </a:p>
          <a:p>
            <a:pPr marL="913806" lvl="3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</a:pPr>
            <a:r>
              <a:rPr lang="fr-FR"/>
              <a:t>Quatrième niveau</a:t>
            </a:r>
          </a:p>
          <a:p>
            <a:pPr marL="1142258" lvl="4" indent="-228452" algn="l" defTabSz="68535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1066"/>
              </a:spcAft>
              <a:buFont typeface="Helvetica 75 Bold" panose="020B0804020202020204" pitchFamily="34" charset="0"/>
              <a:buChar char="–"/>
              <a:tabLst>
                <a:tab pos="1142258" algn="l"/>
              </a:tabLst>
            </a:pPr>
            <a:r>
              <a:rPr lang="fr-FR"/>
              <a:t>Cinquième niveau</a:t>
            </a:r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2"/>
          </p:nvPr>
        </p:nvSpPr>
        <p:spPr>
          <a:xfrm>
            <a:off x="9752276" y="6263404"/>
            <a:ext cx="1995224" cy="363953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algn="r">
              <a:defRPr kumimoji="0" lang="fr-FR" sz="1066" b="1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81800A56-4850-4919-9C41-5ADF255406C6}" type="datetime1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22/07/2026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3"/>
          </p:nvPr>
        </p:nvSpPr>
        <p:spPr>
          <a:xfrm>
            <a:off x="870743" y="6263401"/>
            <a:ext cx="8865924" cy="363954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>
              <a:defRPr kumimoji="0" lang="fr-FR" sz="1066" b="1" i="0" u="none" strike="noStrike" cap="none" spc="0" normalizeH="0" baseline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r>
              <a:rPr lang="fr-FR"/>
              <a:t>Soutenance</a:t>
            </a:r>
          </a:p>
        </p:txBody>
      </p:sp>
      <p:sp>
        <p:nvSpPr>
          <p:cNvPr id="14" name="Espace réservé du numéro de diapositive 12"/>
          <p:cNvSpPr>
            <a:spLocks noGrp="1"/>
          </p:cNvSpPr>
          <p:nvPr>
            <p:ph type="sldNum" sz="quarter" idx="4"/>
          </p:nvPr>
        </p:nvSpPr>
        <p:spPr>
          <a:xfrm>
            <a:off x="448733" y="6263402"/>
            <a:ext cx="406400" cy="363954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>
            <a:lvl1pPr>
              <a:defRPr kumimoji="0" lang="fr-FR" sz="1066" b="1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defRPr>
            </a:lvl1pPr>
          </a:lstStyle>
          <a:p>
            <a:pPr defTabSz="1218408" fontAlgn="base">
              <a:lnSpc>
                <a:spcPct val="85000"/>
              </a:lnSpc>
              <a:spcBef>
                <a:spcPct val="0"/>
              </a:spcBef>
              <a:spcAft>
                <a:spcPts val="1598"/>
              </a:spcAft>
              <a:buClr>
                <a:srgbClr val="FFFFFF"/>
              </a:buClr>
            </a:pPr>
            <a:fld id="{D2E76607-2D5C-4795-95A8-F14AACACCD7C}" type="slidenum">
              <a:rPr lang="fr-FR" smtClean="0"/>
              <a:pPr defTabSz="1218408" fontAlgn="base">
                <a:lnSpc>
                  <a:spcPct val="85000"/>
                </a:lnSpc>
                <a:spcBef>
                  <a:spcPct val="0"/>
                </a:spcBef>
                <a:spcAft>
                  <a:spcPts val="1598"/>
                </a:spcAft>
                <a:buClr>
                  <a:srgbClr val="FFFFFF"/>
                </a:buClr>
              </a:pPr>
              <a:t>‹N°›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B70680-E3C7-EF47-A4A4-7BBA87118F2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0037" y="6642100"/>
            <a:ext cx="960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79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Orange Restricted</a:t>
            </a:r>
          </a:p>
        </p:txBody>
      </p:sp>
    </p:spTree>
    <p:custDataLst>
      <p:tags r:id="rId41"/>
    </p:custDataLst>
    <p:extLst>
      <p:ext uri="{BB962C8B-B14F-4D97-AF65-F5344CB8AC3E}">
        <p14:creationId xmlns:p14="http://schemas.microsoft.com/office/powerpoint/2010/main" val="40431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3806" rtl="0" eaLnBrk="1" latinLnBrk="0" hangingPunct="1">
        <a:lnSpc>
          <a:spcPct val="90000"/>
        </a:lnSpc>
        <a:spcBef>
          <a:spcPct val="0"/>
        </a:spcBef>
        <a:buNone/>
        <a:defRPr lang="fr-FR" altLang="en-US" sz="2798" b="1" kern="1200" noProof="0" dirty="0" smtClean="0">
          <a:solidFill>
            <a:schemeClr val="tx2"/>
          </a:solidFill>
          <a:latin typeface="+mj-lt"/>
          <a:ea typeface="Arial Unicode MS" panose="020B0604020202020204" pitchFamily="34" charset="-128"/>
          <a:cs typeface="Arial" panose="020B0604020202020204" pitchFamily="34" charset="0"/>
        </a:defRPr>
      </a:lvl1pPr>
    </p:titleStyle>
    <p:bodyStyle>
      <a:lvl1pPr marL="228452" indent="-228452" algn="l" defTabSz="685355" rtl="0" eaLnBrk="1" fontAlgn="base" latinLnBrk="0" hangingPunct="1">
        <a:lnSpc>
          <a:spcPct val="90000"/>
        </a:lnSpc>
        <a:spcBef>
          <a:spcPct val="0"/>
        </a:spcBef>
        <a:spcAft>
          <a:spcPts val="1066"/>
        </a:spcAft>
        <a:buFont typeface="Arial"/>
        <a:buChar char="•"/>
        <a:defRPr lang="fr-FR" altLang="en-US" sz="2398" b="0" i="0" kern="1200" baseline="0" dirty="0" smtClean="0">
          <a:solidFill>
            <a:schemeClr val="tx1"/>
          </a:solidFill>
          <a:latin typeface="+mj-lt"/>
          <a:ea typeface="Segoe UI" panose="020B0502040204020203" pitchFamily="34" charset="0"/>
          <a:cs typeface="Arial" panose="020B0604020202020204" pitchFamily="34" charset="0"/>
        </a:defRPr>
      </a:lvl1pPr>
      <a:lvl2pPr marL="456902" marR="0" indent="-228452" algn="l" defTabSz="685355" rtl="0" eaLnBrk="1" fontAlgn="base" latinLnBrk="0" hangingPunct="1">
        <a:lnSpc>
          <a:spcPct val="90000"/>
        </a:lnSpc>
        <a:spcBef>
          <a:spcPct val="0"/>
        </a:spcBef>
        <a:spcAft>
          <a:spcPts val="1066"/>
        </a:spcAft>
        <a:buClrTx/>
        <a:buSzTx/>
        <a:buFont typeface="Helvetica 75 Bold" panose="020B0804020202020204" pitchFamily="34" charset="0"/>
        <a:buChar char="–"/>
        <a:tabLst/>
        <a:defRPr lang="fr-FR" altLang="en-US" sz="2133" b="0" i="0" kern="1200" baseline="0" dirty="0">
          <a:solidFill>
            <a:schemeClr val="tx1"/>
          </a:solidFill>
          <a:latin typeface="+mj-lt"/>
          <a:ea typeface="Arial Unicode MS" panose="020B0604020202020204" pitchFamily="34" charset="-128"/>
          <a:cs typeface="Arial" panose="020B0604020202020204" pitchFamily="34" charset="0"/>
        </a:defRPr>
      </a:lvl2pPr>
      <a:lvl3pPr marL="685355" indent="-228452" algn="l" defTabSz="685355" rtl="0" eaLnBrk="1" fontAlgn="base" latinLnBrk="0" hangingPunct="1">
        <a:lnSpc>
          <a:spcPct val="90000"/>
        </a:lnSpc>
        <a:spcBef>
          <a:spcPct val="0"/>
        </a:spcBef>
        <a:spcAft>
          <a:spcPts val="1066"/>
        </a:spcAft>
        <a:buClr>
          <a:schemeClr val="tx1"/>
        </a:buClr>
        <a:buFont typeface="Helvetica 75 Bold" panose="020B0804020202020204" pitchFamily="34" charset="0"/>
        <a:buChar char="–"/>
        <a:defRPr lang="fr-FR" altLang="en-US" sz="1866" b="0" i="0" kern="1200" baseline="0" dirty="0">
          <a:solidFill>
            <a:schemeClr val="tx1"/>
          </a:solidFill>
          <a:latin typeface="+mj-lt"/>
          <a:ea typeface="ＭＳ Ｐゴシック" pitchFamily="34" charset="-128"/>
          <a:cs typeface="Arial" panose="020B0604020202020204" pitchFamily="34" charset="0"/>
        </a:defRPr>
      </a:lvl3pPr>
      <a:lvl4pPr marL="913806" indent="-228452" algn="l" defTabSz="685355" rtl="0" eaLnBrk="1" fontAlgn="base" latinLnBrk="0" hangingPunct="1">
        <a:lnSpc>
          <a:spcPct val="90000"/>
        </a:lnSpc>
        <a:spcBef>
          <a:spcPct val="0"/>
        </a:spcBef>
        <a:spcAft>
          <a:spcPts val="1066"/>
        </a:spcAft>
        <a:buClr>
          <a:schemeClr val="tx1"/>
        </a:buClr>
        <a:buFont typeface="Helvetica 75 Bold" panose="020B0804020202020204" pitchFamily="34" charset="0"/>
        <a:buChar char="–"/>
        <a:defRPr lang="fr-FR" altLang="en-US" sz="1598" b="0" i="0" kern="1200" baseline="0" dirty="0" smtClean="0">
          <a:solidFill>
            <a:schemeClr val="tx1"/>
          </a:solidFill>
          <a:latin typeface="+mj-lt"/>
          <a:ea typeface="ＭＳ Ｐゴシック" pitchFamily="34" charset="-128"/>
          <a:cs typeface="Arial" panose="020B0604020202020204" pitchFamily="34" charset="0"/>
        </a:defRPr>
      </a:lvl4pPr>
      <a:lvl5pPr marL="1142258" indent="-228452" algn="l" defTabSz="685355" rtl="0" eaLnBrk="1" fontAlgn="base" latinLnBrk="0" hangingPunct="1">
        <a:lnSpc>
          <a:spcPct val="90000"/>
        </a:lnSpc>
        <a:spcBef>
          <a:spcPct val="0"/>
        </a:spcBef>
        <a:spcAft>
          <a:spcPts val="1066"/>
        </a:spcAft>
        <a:buClr>
          <a:schemeClr val="tx1"/>
        </a:buClr>
        <a:buFont typeface="Helvetica 75 Bold" panose="020B0804020202020204" pitchFamily="34" charset="0"/>
        <a:buChar char="–"/>
        <a:tabLst>
          <a:tab pos="1142258" algn="l"/>
        </a:tabLst>
        <a:defRPr lang="en-GB" altLang="en-US" sz="1466" b="0" i="0" kern="1200" baseline="0" dirty="0">
          <a:solidFill>
            <a:schemeClr val="tx1"/>
          </a:solidFill>
          <a:latin typeface="+mj-lt"/>
          <a:ea typeface="ＭＳ Ｐゴシック" pitchFamily="34" charset="-128"/>
          <a:cs typeface="Arial" panose="020B0604020202020204" pitchFamily="34" charset="0"/>
        </a:defRPr>
      </a:lvl5pPr>
      <a:lvl6pPr marL="2512966" indent="-228452" algn="l" defTabSz="91380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869" indent="-228452" algn="l" defTabSz="91380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773" indent="-228452" algn="l" defTabSz="91380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675" indent="-228452" algn="l" defTabSz="91380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902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806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709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612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515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417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320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222" algn="l" defTabSz="91380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exans in 100 day digital twin move with Microsoft ...">
            <a:extLst>
              <a:ext uri="{FF2B5EF4-FFF2-40B4-BE49-F238E27FC236}">
                <a16:creationId xmlns:a16="http://schemas.microsoft.com/office/drawing/2014/main" id="{9C642ACC-D1F9-F058-D8B1-D4A70BC1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52054" y="-6775"/>
            <a:ext cx="6461942" cy="516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243CD4A-906C-31F1-B71A-F62387EA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de crise cyber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8FC8A1-279D-EFA3-7A66-84F5000CD3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Bénéfices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8AFB5057-2776-6DE6-BF8B-E9CB386AABF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156610" y="5566603"/>
            <a:ext cx="7729920" cy="129034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fr-FR" altLang="en-US" sz="866" dirty="0"/>
              <a:t>Tester la réaction des participants et leurs interactions, ainsi que les modes opératoires de secours ou dégradés. Identification des problématiques liées à la coordination d’une cellule de crise décisionnelle et d’une cellule de crise opérationnelle situées dans deux pays différents. </a:t>
            </a:r>
          </a:p>
          <a:p>
            <a:pPr algn="just">
              <a:spcBef>
                <a:spcPts val="0"/>
              </a:spcBef>
            </a:pPr>
            <a:r>
              <a:rPr lang="fr-FR" altLang="en-US" sz="866" dirty="0"/>
              <a:t>Participation à un exercice de gestion de crise d’origine cyber ayant permis de tester l’organisation de crise établie (coordination inter-cellules, méthodologie de travail, utilisation des outils et canaux de crise, communication interne-externe, simulation des relations avec l’écosystème Nexans, etc.)</a:t>
            </a:r>
          </a:p>
          <a:p>
            <a:pPr algn="just">
              <a:spcBef>
                <a:spcPts val="0"/>
              </a:spcBef>
            </a:pPr>
            <a:r>
              <a:rPr lang="fr-FR" altLang="en-US" sz="866" dirty="0"/>
              <a:t>Mise en exergue et prise de conscience des conséquences d’une crise d’origine cyber sur un environnement OT (impacts opérationnels, impacts informatiques, clients, réputationnels, humains, juridiques, de sécurité, etc.) ;</a:t>
            </a:r>
          </a:p>
          <a:p>
            <a:pPr algn="just">
              <a:spcBef>
                <a:spcPts val="0"/>
              </a:spcBef>
            </a:pPr>
            <a:r>
              <a:rPr lang="fr-FR" altLang="en-US" sz="866" dirty="0"/>
              <a:t>Identification des points positifs de la gestion de crise simulée, et des axes d’amélioration continue.</a:t>
            </a:r>
          </a:p>
          <a:p>
            <a:pPr algn="just">
              <a:spcBef>
                <a:spcPts val="0"/>
              </a:spcBef>
            </a:pPr>
            <a:r>
              <a:rPr lang="fr-FR" altLang="en-US" sz="866" dirty="0"/>
              <a:t>Scénario d’attaque réaliste basé sur l’analyse de risque.</a:t>
            </a:r>
          </a:p>
          <a:p>
            <a:pPr algn="just">
              <a:spcBef>
                <a:spcPts val="0"/>
              </a:spcBef>
            </a:pPr>
            <a:r>
              <a:rPr lang="fr-FR" altLang="en-US" sz="866" dirty="0"/>
              <a:t>Format simulation permettant d’observer la progression de la cellule de crise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B6AB97C3-4694-E115-7C83-6FDBBA61FD5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CE3DF66C-3C56-9792-EE50-A5F0F351D34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121414" y="2749837"/>
            <a:ext cx="7858193" cy="258372"/>
          </a:xfrm>
        </p:spPr>
        <p:txBody>
          <a:bodyPr/>
          <a:lstStyle/>
          <a:p>
            <a:r>
              <a:rPr lang="fr-FR" dirty="0"/>
              <a:t>Réalisation</a:t>
            </a:r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2E093D4D-94D6-C4C3-C8D2-2D4CE08D478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122370" y="1600271"/>
            <a:ext cx="7858565" cy="1118863"/>
          </a:xfrm>
        </p:spPr>
        <p:txBody>
          <a:bodyPr/>
          <a:lstStyle/>
          <a:p>
            <a:pPr marL="171335" indent="-171335" algn="just">
              <a:spcBef>
                <a:spcPts val="0"/>
              </a:spcBef>
              <a:spcAft>
                <a:spcPts val="800"/>
              </a:spcAft>
            </a:pPr>
            <a:r>
              <a:rPr lang="fr-FR" altLang="fr-FR" sz="1200" dirty="0"/>
              <a:t>Face à l’évolution de la menace cyber dans le secteur de l’industrie, Nexans a souhaité organiser un exercice de crise d’origine cyber. </a:t>
            </a:r>
          </a:p>
          <a:p>
            <a:pPr marL="171335" indent="-171335" algn="just">
              <a:spcBef>
                <a:spcPts val="0"/>
              </a:spcBef>
            </a:pPr>
            <a:r>
              <a:rPr lang="fr-FR" altLang="fr-FR" sz="1200" dirty="0"/>
              <a:t>L’objectif de cet exercice de crise était de mobiliser en simultané une cellule de crise Business Unit, située à Paris et une cellule de crise Usine, située en Colombie, afin de sensibiliser et de former les participants aux enjeux d’une cyberattaque. </a:t>
            </a:r>
          </a:p>
          <a:p>
            <a:pPr marL="171335" indent="-171335" algn="just">
              <a:spcBef>
                <a:spcPts val="0"/>
              </a:spcBef>
            </a:pPr>
            <a:endParaRPr lang="fr-FR" altLang="fr-FR" sz="1200" dirty="0"/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CE08DF6-EA23-CDC4-0F54-4D8D1E0AEC7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21413" y="3124933"/>
            <a:ext cx="7858565" cy="1809709"/>
          </a:xfrm>
        </p:spPr>
        <p:txBody>
          <a:bodyPr/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Réalisation d’ateliers métiers et techniques en anglais et en espagnol.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Elaboration d’un scénario sur mesure et de la documentation de crise (chronogramme, fausses informations, annuaire, règles d’exercice, éléments déclencheurs, briefing et débriefing) en anglais et en espagnol.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Animation de l’exercice avec deux cellules de crise : à Paris et à Cali en Colombie (en présentiel).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Réalisation d’un débriefing à chaud par cellule de crise. 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Elaboration d’un rapport et d’un plan d’actions détaillé en anglais et en espagnol.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fr-FR" altLang="en-US" sz="1200" dirty="0"/>
              <a:t>Restitution à froid du rapport d’exercice auprès de l’ensemble des participants. 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fr-FR" altLang="en-US" sz="1200" dirty="0"/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68B652E9-099A-BA74-2DF9-EAF931AB2F2D}"/>
              </a:ext>
            </a:extLst>
          </p:cNvPr>
          <p:cNvGrpSpPr/>
          <p:nvPr/>
        </p:nvGrpSpPr>
        <p:grpSpPr>
          <a:xfrm>
            <a:off x="23735" y="5186050"/>
            <a:ext cx="3904956" cy="1660561"/>
            <a:chOff x="3172393" y="5443066"/>
            <a:chExt cx="2930525" cy="124618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77779D9-DEF5-811F-5228-D9975F20814B}"/>
                </a:ext>
              </a:extLst>
            </p:cNvPr>
            <p:cNvSpPr/>
            <p:nvPr/>
          </p:nvSpPr>
          <p:spPr>
            <a:xfrm>
              <a:off x="3172393" y="5443066"/>
              <a:ext cx="2930525" cy="12461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806">
                <a:defRPr/>
              </a:pPr>
              <a:endParaRPr lang="en-US" sz="1798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CAA6218D-7118-0315-EFFF-6D2BAF68FC5E}"/>
                </a:ext>
              </a:extLst>
            </p:cNvPr>
            <p:cNvSpPr/>
            <p:nvPr/>
          </p:nvSpPr>
          <p:spPr>
            <a:xfrm>
              <a:off x="3175345" y="5494970"/>
              <a:ext cx="2903321" cy="1822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marL="404419" indent="-226793" defTabSz="913806" eaLnBrk="0" hangingPunct="0">
                <a:defRPr/>
              </a:pPr>
              <a:r>
                <a:rPr lang="fr-FR" altLang="fr-FR" sz="1200" b="1" dirty="0">
                  <a:solidFill>
                    <a:srgbClr val="FF7900"/>
                  </a:solidFill>
                  <a:latin typeface="Arial"/>
                  <a:ea typeface="ＭＳ Ｐゴシック" pitchFamily="34" charset="-128"/>
                </a:rPr>
                <a:t>Profil de la prestation</a:t>
              </a:r>
            </a:p>
          </p:txBody>
        </p:sp>
        <p:sp>
          <p:nvSpPr>
            <p:cNvPr id="66" name="Espace réservé du texte 40">
              <a:extLst>
                <a:ext uri="{FF2B5EF4-FFF2-40B4-BE49-F238E27FC236}">
                  <a16:creationId xmlns:a16="http://schemas.microsoft.com/office/drawing/2014/main" id="{7E8B522B-5754-2115-F000-9DDAF149E0A7}"/>
                </a:ext>
              </a:extLst>
            </p:cNvPr>
            <p:cNvSpPr txBox="1">
              <a:spLocks/>
            </p:cNvSpPr>
            <p:nvPr/>
          </p:nvSpPr>
          <p:spPr>
            <a:xfrm>
              <a:off x="3925971" y="6182269"/>
              <a:ext cx="711406" cy="457200"/>
            </a:xfrm>
            <a:prstGeom prst="rect">
              <a:avLst/>
            </a:prstGeom>
          </p:spPr>
          <p:txBody>
            <a:bodyPr lIns="47971" rIns="47971" anchor="ctr"/>
            <a:lstStyle>
              <a:lvl1pPr marL="0" indent="0" algn="ctr" defTabSz="514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/>
                <a:buNone/>
                <a:defRPr lang="fr-FR" altLang="en-US" sz="900" b="1" i="0" kern="1200" baseline="0">
                  <a:solidFill>
                    <a:schemeClr val="tx1"/>
                  </a:solidFill>
                  <a:latin typeface="+mj-lt"/>
                  <a:ea typeface="Segoe UI" panose="020B0502040204020203" pitchFamily="34" charset="0"/>
                  <a:cs typeface="Arial" panose="020B0604020202020204" pitchFamily="34" charset="0"/>
                </a:defRPr>
              </a:lvl1pPr>
              <a:lvl2pPr marL="342900" marR="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Helvetica 75 Bold" panose="020B0804020202020204" pitchFamily="34" charset="0"/>
                <a:buChar char="–"/>
                <a:tabLst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defRPr>
              </a:lvl2pPr>
              <a:lvl3pPr marL="5143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3pPr>
              <a:lvl4pPr marL="68580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4pPr>
              <a:lvl5pPr marL="8572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tabLst>
                  <a:tab pos="857250" algn="l"/>
                </a:tabLst>
                <a:defRPr lang="en-GB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355">
                <a:defRPr/>
              </a:pPr>
              <a:r>
                <a:rPr lang="fr-FR" altLang="en-US" sz="1200" dirty="0">
                  <a:solidFill>
                    <a:srgbClr val="FFFFFF"/>
                  </a:solidFill>
                  <a:latin typeface="Arial"/>
                </a:rPr>
                <a:t>2024</a:t>
              </a:r>
            </a:p>
          </p:txBody>
        </p:sp>
        <p:sp>
          <p:nvSpPr>
            <p:cNvPr id="67" name="Espace réservé du texte 40">
              <a:extLst>
                <a:ext uri="{FF2B5EF4-FFF2-40B4-BE49-F238E27FC236}">
                  <a16:creationId xmlns:a16="http://schemas.microsoft.com/office/drawing/2014/main" id="{85A4C339-3ACC-A963-38D8-F21D358136E1}"/>
                </a:ext>
              </a:extLst>
            </p:cNvPr>
            <p:cNvSpPr txBox="1">
              <a:spLocks/>
            </p:cNvSpPr>
            <p:nvPr/>
          </p:nvSpPr>
          <p:spPr>
            <a:xfrm>
              <a:off x="3269409" y="6182269"/>
              <a:ext cx="711406" cy="457200"/>
            </a:xfrm>
            <a:prstGeom prst="rect">
              <a:avLst/>
            </a:prstGeom>
          </p:spPr>
          <p:txBody>
            <a:bodyPr lIns="47971" rIns="47971" anchor="ctr"/>
            <a:lstStyle>
              <a:lvl1pPr marL="0" indent="0" algn="ctr" defTabSz="514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/>
                <a:buNone/>
                <a:defRPr lang="fr-FR" altLang="en-US" sz="900" b="1" i="0" kern="1200" baseline="0">
                  <a:solidFill>
                    <a:schemeClr val="tx1"/>
                  </a:solidFill>
                  <a:latin typeface="+mj-lt"/>
                  <a:ea typeface="Segoe UI" panose="020B0502040204020203" pitchFamily="34" charset="0"/>
                  <a:cs typeface="Arial" panose="020B0604020202020204" pitchFamily="34" charset="0"/>
                </a:defRPr>
              </a:lvl1pPr>
              <a:lvl2pPr marL="342900" marR="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Helvetica 75 Bold" panose="020B0804020202020204" pitchFamily="34" charset="0"/>
                <a:buChar char="–"/>
                <a:tabLst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defRPr>
              </a:lvl2pPr>
              <a:lvl3pPr marL="5143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3pPr>
              <a:lvl4pPr marL="68580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4pPr>
              <a:lvl5pPr marL="8572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tabLst>
                  <a:tab pos="857250" algn="l"/>
                </a:tabLst>
                <a:defRPr lang="en-GB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355">
                <a:defRPr/>
              </a:pPr>
              <a:r>
                <a:rPr lang="fr-FR" altLang="en-US" sz="1200" dirty="0">
                  <a:solidFill>
                    <a:srgbClr val="FFFFFF"/>
                  </a:solidFill>
                  <a:latin typeface="Arial"/>
                </a:rPr>
                <a:t>Transport</a:t>
              </a:r>
            </a:p>
          </p:txBody>
        </p:sp>
        <p:sp>
          <p:nvSpPr>
            <p:cNvPr id="68" name="Espace réservé du texte 40">
              <a:extLst>
                <a:ext uri="{FF2B5EF4-FFF2-40B4-BE49-F238E27FC236}">
                  <a16:creationId xmlns:a16="http://schemas.microsoft.com/office/drawing/2014/main" id="{6A1AB6AC-F77D-E7B8-40F1-ADE6828B92FA}"/>
                </a:ext>
              </a:extLst>
            </p:cNvPr>
            <p:cNvSpPr txBox="1">
              <a:spLocks/>
            </p:cNvSpPr>
            <p:nvPr/>
          </p:nvSpPr>
          <p:spPr>
            <a:xfrm>
              <a:off x="5377401" y="6182269"/>
              <a:ext cx="711406" cy="457200"/>
            </a:xfrm>
            <a:prstGeom prst="rect">
              <a:avLst/>
            </a:prstGeom>
          </p:spPr>
          <p:txBody>
            <a:bodyPr lIns="47971" rIns="47971" anchor="ctr"/>
            <a:lstStyle>
              <a:lvl1pPr marL="0" indent="0" algn="ctr" defTabSz="514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/>
                <a:buNone/>
                <a:defRPr lang="fr-FR" altLang="en-US" sz="900" b="1" i="0" kern="1200" baseline="0">
                  <a:solidFill>
                    <a:schemeClr val="tx1"/>
                  </a:solidFill>
                  <a:latin typeface="+mj-lt"/>
                  <a:ea typeface="Segoe UI" panose="020B0502040204020203" pitchFamily="34" charset="0"/>
                  <a:cs typeface="Arial" panose="020B0604020202020204" pitchFamily="34" charset="0"/>
                </a:defRPr>
              </a:lvl1pPr>
              <a:lvl2pPr marL="342900" marR="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Helvetica 75 Bold" panose="020B0804020202020204" pitchFamily="34" charset="0"/>
                <a:buChar char="–"/>
                <a:tabLst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defRPr>
              </a:lvl2pPr>
              <a:lvl3pPr marL="5143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3pPr>
              <a:lvl4pPr marL="68580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4pPr>
              <a:lvl5pPr marL="8572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tabLst>
                  <a:tab pos="857250" algn="l"/>
                </a:tabLst>
                <a:defRPr lang="en-GB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355">
                <a:defRPr/>
              </a:pPr>
              <a:r>
                <a:rPr lang="fr-FR" altLang="en-US" sz="1200" dirty="0">
                  <a:solidFill>
                    <a:srgbClr val="FFFFFF"/>
                  </a:solidFill>
                  <a:latin typeface="Arial"/>
                </a:rPr>
                <a:t>Paris / Colombie</a:t>
              </a:r>
            </a:p>
          </p:txBody>
        </p:sp>
        <p:sp>
          <p:nvSpPr>
            <p:cNvPr id="70" name="Forme libre : forme 69">
              <a:extLst>
                <a:ext uri="{FF2B5EF4-FFF2-40B4-BE49-F238E27FC236}">
                  <a16:creationId xmlns:a16="http://schemas.microsoft.com/office/drawing/2014/main" id="{948510D3-898C-D56C-3803-D8BE6714DCF8}"/>
                </a:ext>
              </a:extLst>
            </p:cNvPr>
            <p:cNvSpPr/>
            <p:nvPr/>
          </p:nvSpPr>
          <p:spPr>
            <a:xfrm>
              <a:off x="5541919" y="5732394"/>
              <a:ext cx="417600" cy="417600"/>
            </a:xfrm>
            <a:custGeom>
              <a:avLst/>
              <a:gdLst>
                <a:gd name="connsiteX0" fmla="*/ 210840 w 419099"/>
                <a:gd name="connsiteY0" fmla="*/ -439 h 419100"/>
                <a:gd name="connsiteX1" fmla="*/ 209411 w 419099"/>
                <a:gd name="connsiteY1" fmla="*/ -439 h 419100"/>
                <a:gd name="connsiteX2" fmla="*/ -91 w 419099"/>
                <a:gd name="connsiteY2" fmla="*/ 207711 h 419100"/>
                <a:gd name="connsiteX3" fmla="*/ 208049 w 419099"/>
                <a:gd name="connsiteY3" fmla="*/ 418661 h 419100"/>
                <a:gd name="connsiteX4" fmla="*/ 209468 w 419099"/>
                <a:gd name="connsiteY4" fmla="*/ 418661 h 419100"/>
                <a:gd name="connsiteX5" fmla="*/ 418999 w 419099"/>
                <a:gd name="connsiteY5" fmla="*/ 210502 h 419100"/>
                <a:gd name="connsiteX6" fmla="*/ 210840 w 419099"/>
                <a:gd name="connsiteY6" fmla="*/ -439 h 419100"/>
                <a:gd name="connsiteX7" fmla="*/ 187990 w 419099"/>
                <a:gd name="connsiteY7" fmla="*/ 25421 h 419100"/>
                <a:gd name="connsiteX8" fmla="*/ 187990 w 419099"/>
                <a:gd name="connsiteY8" fmla="*/ 37023 h 419100"/>
                <a:gd name="connsiteX9" fmla="*/ 184951 w 419099"/>
                <a:gd name="connsiteY9" fmla="*/ 44367 h 419100"/>
                <a:gd name="connsiteX10" fmla="*/ 165225 w 419099"/>
                <a:gd name="connsiteY10" fmla="*/ 64102 h 419100"/>
                <a:gd name="connsiteX11" fmla="*/ 157881 w 419099"/>
                <a:gd name="connsiteY11" fmla="*/ 67141 h 419100"/>
                <a:gd name="connsiteX12" fmla="*/ 119162 w 419099"/>
                <a:gd name="connsiteY12" fmla="*/ 67141 h 419100"/>
                <a:gd name="connsiteX13" fmla="*/ 114857 w 419099"/>
                <a:gd name="connsiteY13" fmla="*/ 71446 h 419100"/>
                <a:gd name="connsiteX14" fmla="*/ 114857 w 419099"/>
                <a:gd name="connsiteY14" fmla="*/ 88648 h 419100"/>
                <a:gd name="connsiteX15" fmla="*/ 119162 w 419099"/>
                <a:gd name="connsiteY15" fmla="*/ 92954 h 419100"/>
                <a:gd name="connsiteX16" fmla="*/ 157881 w 419099"/>
                <a:gd name="connsiteY16" fmla="*/ 92954 h 419100"/>
                <a:gd name="connsiteX17" fmla="*/ 162177 w 419099"/>
                <a:gd name="connsiteY17" fmla="*/ 97259 h 419100"/>
                <a:gd name="connsiteX18" fmla="*/ 162177 w 419099"/>
                <a:gd name="connsiteY18" fmla="*/ 114471 h 419100"/>
                <a:gd name="connsiteX19" fmla="*/ 157881 w 419099"/>
                <a:gd name="connsiteY19" fmla="*/ 118767 h 419100"/>
                <a:gd name="connsiteX20" fmla="*/ 140669 w 419099"/>
                <a:gd name="connsiteY20" fmla="*/ 118767 h 419100"/>
                <a:gd name="connsiteX21" fmla="*/ 133325 w 419099"/>
                <a:gd name="connsiteY21" fmla="*/ 121814 h 419100"/>
                <a:gd name="connsiteX22" fmla="*/ 117895 w 419099"/>
                <a:gd name="connsiteY22" fmla="*/ 137235 h 419100"/>
                <a:gd name="connsiteX23" fmla="*/ 114857 w 419099"/>
                <a:gd name="connsiteY23" fmla="*/ 144579 h 419100"/>
                <a:gd name="connsiteX24" fmla="*/ 114857 w 419099"/>
                <a:gd name="connsiteY24" fmla="*/ 161791 h 419100"/>
                <a:gd name="connsiteX25" fmla="*/ 111818 w 419099"/>
                <a:gd name="connsiteY25" fmla="*/ 169135 h 419100"/>
                <a:gd name="connsiteX26" fmla="*/ 96388 w 419099"/>
                <a:gd name="connsiteY26" fmla="*/ 184556 h 419100"/>
                <a:gd name="connsiteX27" fmla="*/ 89044 w 419099"/>
                <a:gd name="connsiteY27" fmla="*/ 187604 h 419100"/>
                <a:gd name="connsiteX28" fmla="*/ 71832 w 419099"/>
                <a:gd name="connsiteY28" fmla="*/ 187604 h 419100"/>
                <a:gd name="connsiteX29" fmla="*/ 64488 w 419099"/>
                <a:gd name="connsiteY29" fmla="*/ 184556 h 419100"/>
                <a:gd name="connsiteX30" fmla="*/ 49067 w 419099"/>
                <a:gd name="connsiteY30" fmla="*/ 169135 h 419100"/>
                <a:gd name="connsiteX31" fmla="*/ 41724 w 419099"/>
                <a:gd name="connsiteY31" fmla="*/ 166087 h 419100"/>
                <a:gd name="connsiteX32" fmla="*/ 29589 w 419099"/>
                <a:gd name="connsiteY32" fmla="*/ 166087 h 419100"/>
                <a:gd name="connsiteX33" fmla="*/ 187990 w 419099"/>
                <a:gd name="connsiteY33" fmla="*/ 25421 h 419100"/>
                <a:gd name="connsiteX34" fmla="*/ 63231 w 419099"/>
                <a:gd name="connsiteY34" fmla="*/ 322220 h 419100"/>
                <a:gd name="connsiteX35" fmla="*/ 63231 w 419099"/>
                <a:gd name="connsiteY35" fmla="*/ 312362 h 419100"/>
                <a:gd name="connsiteX36" fmla="*/ 60193 w 419099"/>
                <a:gd name="connsiteY36" fmla="*/ 305018 h 419100"/>
                <a:gd name="connsiteX37" fmla="*/ 44762 w 419099"/>
                <a:gd name="connsiteY37" fmla="*/ 289588 h 419100"/>
                <a:gd name="connsiteX38" fmla="*/ 41724 w 419099"/>
                <a:gd name="connsiteY38" fmla="*/ 282244 h 419100"/>
                <a:gd name="connsiteX39" fmla="*/ 41724 w 419099"/>
                <a:gd name="connsiteY39" fmla="*/ 243525 h 419100"/>
                <a:gd name="connsiteX40" fmla="*/ 44762 w 419099"/>
                <a:gd name="connsiteY40" fmla="*/ 236181 h 419100"/>
                <a:gd name="connsiteX41" fmla="*/ 64488 w 419099"/>
                <a:gd name="connsiteY41" fmla="*/ 216455 h 419100"/>
                <a:gd name="connsiteX42" fmla="*/ 71832 w 419099"/>
                <a:gd name="connsiteY42" fmla="*/ 213416 h 419100"/>
                <a:gd name="connsiteX43" fmla="*/ 84738 w 419099"/>
                <a:gd name="connsiteY43" fmla="*/ 213416 h 419100"/>
                <a:gd name="connsiteX44" fmla="*/ 92082 w 419099"/>
                <a:gd name="connsiteY44" fmla="*/ 216455 h 419100"/>
                <a:gd name="connsiteX45" fmla="*/ 133325 w 419099"/>
                <a:gd name="connsiteY45" fmla="*/ 257698 h 419100"/>
                <a:gd name="connsiteX46" fmla="*/ 140669 w 419099"/>
                <a:gd name="connsiteY46" fmla="*/ 260737 h 419100"/>
                <a:gd name="connsiteX47" fmla="*/ 157881 w 419099"/>
                <a:gd name="connsiteY47" fmla="*/ 260737 h 419100"/>
                <a:gd name="connsiteX48" fmla="*/ 162186 w 419099"/>
                <a:gd name="connsiteY48" fmla="*/ 265042 h 419100"/>
                <a:gd name="connsiteX49" fmla="*/ 162186 w 419099"/>
                <a:gd name="connsiteY49" fmla="*/ 305475 h 419100"/>
                <a:gd name="connsiteX50" fmla="*/ 159138 w 419099"/>
                <a:gd name="connsiteY50" fmla="*/ 312819 h 419100"/>
                <a:gd name="connsiteX51" fmla="*/ 141126 w 419099"/>
                <a:gd name="connsiteY51" fmla="*/ 330822 h 419100"/>
                <a:gd name="connsiteX52" fmla="*/ 138088 w 419099"/>
                <a:gd name="connsiteY52" fmla="*/ 338165 h 419100"/>
                <a:gd name="connsiteX53" fmla="*/ 138088 w 419099"/>
                <a:gd name="connsiteY53" fmla="*/ 353662 h 419100"/>
                <a:gd name="connsiteX54" fmla="*/ 135049 w 419099"/>
                <a:gd name="connsiteY54" fmla="*/ 361006 h 419100"/>
                <a:gd name="connsiteX55" fmla="*/ 123305 w 419099"/>
                <a:gd name="connsiteY55" fmla="*/ 372741 h 419100"/>
                <a:gd name="connsiteX56" fmla="*/ 63231 w 419099"/>
                <a:gd name="connsiteY56" fmla="*/ 322220 h 419100"/>
                <a:gd name="connsiteX57" fmla="*/ 295612 w 419099"/>
                <a:gd name="connsiteY57" fmla="*/ 372655 h 419100"/>
                <a:gd name="connsiteX58" fmla="*/ 285678 w 419099"/>
                <a:gd name="connsiteY58" fmla="*/ 362721 h 419100"/>
                <a:gd name="connsiteX59" fmla="*/ 282639 w 419099"/>
                <a:gd name="connsiteY59" fmla="*/ 355377 h 419100"/>
                <a:gd name="connsiteX60" fmla="*/ 282639 w 419099"/>
                <a:gd name="connsiteY60" fmla="*/ 290845 h 419100"/>
                <a:gd name="connsiteX61" fmla="*/ 279592 w 419099"/>
                <a:gd name="connsiteY61" fmla="*/ 283501 h 419100"/>
                <a:gd name="connsiteX62" fmla="*/ 259865 w 419099"/>
                <a:gd name="connsiteY62" fmla="*/ 263775 h 419100"/>
                <a:gd name="connsiteX63" fmla="*/ 252521 w 419099"/>
                <a:gd name="connsiteY63" fmla="*/ 260727 h 419100"/>
                <a:gd name="connsiteX64" fmla="*/ 209507 w 419099"/>
                <a:gd name="connsiteY64" fmla="*/ 260727 h 419100"/>
                <a:gd name="connsiteX65" fmla="*/ 205201 w 419099"/>
                <a:gd name="connsiteY65" fmla="*/ 256431 h 419100"/>
                <a:gd name="connsiteX66" fmla="*/ 205201 w 419099"/>
                <a:gd name="connsiteY66" fmla="*/ 217712 h 419100"/>
                <a:gd name="connsiteX67" fmla="*/ 208239 w 419099"/>
                <a:gd name="connsiteY67" fmla="*/ 210368 h 419100"/>
                <a:gd name="connsiteX68" fmla="*/ 227975 w 419099"/>
                <a:gd name="connsiteY68" fmla="*/ 190642 h 419100"/>
                <a:gd name="connsiteX69" fmla="*/ 235319 w 419099"/>
                <a:gd name="connsiteY69" fmla="*/ 187604 h 419100"/>
                <a:gd name="connsiteX70" fmla="*/ 278334 w 419099"/>
                <a:gd name="connsiteY70" fmla="*/ 187604 h 419100"/>
                <a:gd name="connsiteX71" fmla="*/ 285678 w 419099"/>
                <a:gd name="connsiteY71" fmla="*/ 184556 h 419100"/>
                <a:gd name="connsiteX72" fmla="*/ 305404 w 419099"/>
                <a:gd name="connsiteY72" fmla="*/ 164829 h 419100"/>
                <a:gd name="connsiteX73" fmla="*/ 312748 w 419099"/>
                <a:gd name="connsiteY73" fmla="*/ 161791 h 419100"/>
                <a:gd name="connsiteX74" fmla="*/ 325654 w 419099"/>
                <a:gd name="connsiteY74" fmla="*/ 161791 h 419100"/>
                <a:gd name="connsiteX75" fmla="*/ 329960 w 419099"/>
                <a:gd name="connsiteY75" fmla="*/ 157485 h 419100"/>
                <a:gd name="connsiteX76" fmla="*/ 329960 w 419099"/>
                <a:gd name="connsiteY76" fmla="*/ 144579 h 419100"/>
                <a:gd name="connsiteX77" fmla="*/ 325654 w 419099"/>
                <a:gd name="connsiteY77" fmla="*/ 140274 h 419100"/>
                <a:gd name="connsiteX78" fmla="*/ 312748 w 419099"/>
                <a:gd name="connsiteY78" fmla="*/ 140274 h 419100"/>
                <a:gd name="connsiteX79" fmla="*/ 305404 w 419099"/>
                <a:gd name="connsiteY79" fmla="*/ 143322 h 419100"/>
                <a:gd name="connsiteX80" fmla="*/ 285678 w 419099"/>
                <a:gd name="connsiteY80" fmla="*/ 163048 h 419100"/>
                <a:gd name="connsiteX81" fmla="*/ 278334 w 419099"/>
                <a:gd name="connsiteY81" fmla="*/ 166087 h 419100"/>
                <a:gd name="connsiteX82" fmla="*/ 235548 w 419099"/>
                <a:gd name="connsiteY82" fmla="*/ 166087 h 419100"/>
                <a:gd name="connsiteX83" fmla="*/ 231242 w 419099"/>
                <a:gd name="connsiteY83" fmla="*/ 161781 h 419100"/>
                <a:gd name="connsiteX84" fmla="*/ 231242 w 419099"/>
                <a:gd name="connsiteY84" fmla="*/ 144579 h 419100"/>
                <a:gd name="connsiteX85" fmla="*/ 234281 w 419099"/>
                <a:gd name="connsiteY85" fmla="*/ 137216 h 419100"/>
                <a:gd name="connsiteX86" fmla="*/ 253798 w 419099"/>
                <a:gd name="connsiteY86" fmla="*/ 117519 h 419100"/>
                <a:gd name="connsiteX87" fmla="*/ 261122 w 419099"/>
                <a:gd name="connsiteY87" fmla="*/ 114461 h 419100"/>
                <a:gd name="connsiteX88" fmla="*/ 299841 w 419099"/>
                <a:gd name="connsiteY88" fmla="*/ 114461 h 419100"/>
                <a:gd name="connsiteX89" fmla="*/ 304147 w 419099"/>
                <a:gd name="connsiteY89" fmla="*/ 110156 h 419100"/>
                <a:gd name="connsiteX90" fmla="*/ 304147 w 419099"/>
                <a:gd name="connsiteY90" fmla="*/ 97250 h 419100"/>
                <a:gd name="connsiteX91" fmla="*/ 299841 w 419099"/>
                <a:gd name="connsiteY91" fmla="*/ 92954 h 419100"/>
                <a:gd name="connsiteX92" fmla="*/ 282639 w 419099"/>
                <a:gd name="connsiteY92" fmla="*/ 92954 h 419100"/>
                <a:gd name="connsiteX93" fmla="*/ 278334 w 419099"/>
                <a:gd name="connsiteY93" fmla="*/ 88648 h 419100"/>
                <a:gd name="connsiteX94" fmla="*/ 278334 w 419099"/>
                <a:gd name="connsiteY94" fmla="*/ 71437 h 419100"/>
                <a:gd name="connsiteX95" fmla="*/ 282639 w 419099"/>
                <a:gd name="connsiteY95" fmla="*/ 67141 h 419100"/>
                <a:gd name="connsiteX96" fmla="*/ 327912 w 419099"/>
                <a:gd name="connsiteY96" fmla="*/ 67141 h 419100"/>
                <a:gd name="connsiteX97" fmla="*/ 394320 w 419099"/>
                <a:gd name="connsiteY97" fmla="*/ 204644 h 419100"/>
                <a:gd name="connsiteX98" fmla="*/ 380318 w 419099"/>
                <a:gd name="connsiteY98" fmla="*/ 190642 h 419100"/>
                <a:gd name="connsiteX99" fmla="*/ 372974 w 419099"/>
                <a:gd name="connsiteY99" fmla="*/ 187604 h 419100"/>
                <a:gd name="connsiteX100" fmla="*/ 360078 w 419099"/>
                <a:gd name="connsiteY100" fmla="*/ 187604 h 419100"/>
                <a:gd name="connsiteX101" fmla="*/ 355772 w 419099"/>
                <a:gd name="connsiteY101" fmla="*/ 191899 h 419100"/>
                <a:gd name="connsiteX102" fmla="*/ 355772 w 419099"/>
                <a:gd name="connsiteY102" fmla="*/ 209111 h 419100"/>
                <a:gd name="connsiteX103" fmla="*/ 358811 w 419099"/>
                <a:gd name="connsiteY103" fmla="*/ 216455 h 419100"/>
                <a:gd name="connsiteX104" fmla="*/ 374241 w 419099"/>
                <a:gd name="connsiteY104" fmla="*/ 231876 h 419100"/>
                <a:gd name="connsiteX105" fmla="*/ 377280 w 419099"/>
                <a:gd name="connsiteY105" fmla="*/ 239220 h 419100"/>
                <a:gd name="connsiteX106" fmla="*/ 377280 w 419099"/>
                <a:gd name="connsiteY106" fmla="*/ 256431 h 419100"/>
                <a:gd name="connsiteX107" fmla="*/ 374241 w 419099"/>
                <a:gd name="connsiteY107" fmla="*/ 263775 h 419100"/>
                <a:gd name="connsiteX108" fmla="*/ 358811 w 419099"/>
                <a:gd name="connsiteY108" fmla="*/ 279196 h 419100"/>
                <a:gd name="connsiteX109" fmla="*/ 355772 w 419099"/>
                <a:gd name="connsiteY109" fmla="*/ 286540 h 419100"/>
                <a:gd name="connsiteX110" fmla="*/ 355772 w 419099"/>
                <a:gd name="connsiteY110" fmla="*/ 321944 h 419100"/>
                <a:gd name="connsiteX111" fmla="*/ 295612 w 419099"/>
                <a:gd name="connsiteY111" fmla="*/ 372655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419099" h="419100">
                  <a:moveTo>
                    <a:pt x="210840" y="-439"/>
                  </a:moveTo>
                  <a:cubicBezTo>
                    <a:pt x="210383" y="-439"/>
                    <a:pt x="209411" y="-439"/>
                    <a:pt x="209411" y="-439"/>
                  </a:cubicBezTo>
                  <a:cubicBezTo>
                    <a:pt x="94340" y="-429"/>
                    <a:pt x="661" y="92458"/>
                    <a:pt x="-91" y="207711"/>
                  </a:cubicBezTo>
                  <a:cubicBezTo>
                    <a:pt x="-872" y="323449"/>
                    <a:pt x="92320" y="417890"/>
                    <a:pt x="208049" y="418661"/>
                  </a:cubicBezTo>
                  <a:cubicBezTo>
                    <a:pt x="208526" y="418661"/>
                    <a:pt x="208992" y="418661"/>
                    <a:pt x="209468" y="418661"/>
                  </a:cubicBezTo>
                  <a:cubicBezTo>
                    <a:pt x="324550" y="418661"/>
                    <a:pt x="418218" y="325754"/>
                    <a:pt x="418999" y="210502"/>
                  </a:cubicBezTo>
                  <a:cubicBezTo>
                    <a:pt x="419761" y="94773"/>
                    <a:pt x="326569" y="332"/>
                    <a:pt x="210840" y="-439"/>
                  </a:cubicBezTo>
                  <a:close/>
                  <a:moveTo>
                    <a:pt x="187990" y="25421"/>
                  </a:moveTo>
                  <a:lnTo>
                    <a:pt x="187990" y="37023"/>
                  </a:lnTo>
                  <a:cubicBezTo>
                    <a:pt x="187847" y="39747"/>
                    <a:pt x="186770" y="42338"/>
                    <a:pt x="184951" y="44367"/>
                  </a:cubicBezTo>
                  <a:lnTo>
                    <a:pt x="165225" y="64102"/>
                  </a:lnTo>
                  <a:cubicBezTo>
                    <a:pt x="163186" y="65922"/>
                    <a:pt x="160596" y="66998"/>
                    <a:pt x="157881" y="67141"/>
                  </a:cubicBezTo>
                  <a:lnTo>
                    <a:pt x="119162" y="67141"/>
                  </a:lnTo>
                  <a:cubicBezTo>
                    <a:pt x="116790" y="67150"/>
                    <a:pt x="114866" y="69074"/>
                    <a:pt x="114857" y="71446"/>
                  </a:cubicBezTo>
                  <a:lnTo>
                    <a:pt x="114857" y="88648"/>
                  </a:lnTo>
                  <a:cubicBezTo>
                    <a:pt x="114866" y="91020"/>
                    <a:pt x="116790" y="92944"/>
                    <a:pt x="119162" y="92954"/>
                  </a:cubicBezTo>
                  <a:lnTo>
                    <a:pt x="157881" y="92954"/>
                  </a:lnTo>
                  <a:cubicBezTo>
                    <a:pt x="160253" y="92963"/>
                    <a:pt x="162177" y="94887"/>
                    <a:pt x="162177" y="97259"/>
                  </a:cubicBezTo>
                  <a:lnTo>
                    <a:pt x="162177" y="114471"/>
                  </a:lnTo>
                  <a:cubicBezTo>
                    <a:pt x="162177" y="116842"/>
                    <a:pt x="160253" y="118767"/>
                    <a:pt x="157881" y="118767"/>
                  </a:cubicBezTo>
                  <a:lnTo>
                    <a:pt x="140669" y="118767"/>
                  </a:lnTo>
                  <a:cubicBezTo>
                    <a:pt x="137945" y="118919"/>
                    <a:pt x="135354" y="119995"/>
                    <a:pt x="133325" y="121814"/>
                  </a:cubicBezTo>
                  <a:lnTo>
                    <a:pt x="117895" y="137235"/>
                  </a:lnTo>
                  <a:cubicBezTo>
                    <a:pt x="116076" y="139264"/>
                    <a:pt x="115000" y="141855"/>
                    <a:pt x="114857" y="144579"/>
                  </a:cubicBezTo>
                  <a:lnTo>
                    <a:pt x="114857" y="161791"/>
                  </a:lnTo>
                  <a:cubicBezTo>
                    <a:pt x="114704" y="164515"/>
                    <a:pt x="113637" y="167106"/>
                    <a:pt x="111818" y="169135"/>
                  </a:cubicBezTo>
                  <a:lnTo>
                    <a:pt x="96388" y="184556"/>
                  </a:lnTo>
                  <a:cubicBezTo>
                    <a:pt x="94359" y="186375"/>
                    <a:pt x="91768" y="187451"/>
                    <a:pt x="89044" y="187604"/>
                  </a:cubicBezTo>
                  <a:lnTo>
                    <a:pt x="71832" y="187604"/>
                  </a:lnTo>
                  <a:cubicBezTo>
                    <a:pt x="69108" y="187451"/>
                    <a:pt x="66517" y="186375"/>
                    <a:pt x="64488" y="184556"/>
                  </a:cubicBezTo>
                  <a:lnTo>
                    <a:pt x="49067" y="169135"/>
                  </a:lnTo>
                  <a:cubicBezTo>
                    <a:pt x="47029" y="167306"/>
                    <a:pt x="44438" y="166239"/>
                    <a:pt x="41724" y="166087"/>
                  </a:cubicBezTo>
                  <a:lnTo>
                    <a:pt x="29589" y="166087"/>
                  </a:lnTo>
                  <a:cubicBezTo>
                    <a:pt x="47477" y="91620"/>
                    <a:pt x="110627" y="34441"/>
                    <a:pt x="187990" y="25421"/>
                  </a:cubicBezTo>
                  <a:close/>
                  <a:moveTo>
                    <a:pt x="63231" y="322220"/>
                  </a:moveTo>
                  <a:lnTo>
                    <a:pt x="63231" y="312362"/>
                  </a:lnTo>
                  <a:cubicBezTo>
                    <a:pt x="63088" y="309638"/>
                    <a:pt x="62012" y="307047"/>
                    <a:pt x="60193" y="305018"/>
                  </a:cubicBezTo>
                  <a:lnTo>
                    <a:pt x="44762" y="289588"/>
                  </a:lnTo>
                  <a:cubicBezTo>
                    <a:pt x="42943" y="287559"/>
                    <a:pt x="41866" y="284968"/>
                    <a:pt x="41724" y="282244"/>
                  </a:cubicBezTo>
                  <a:lnTo>
                    <a:pt x="41724" y="243525"/>
                  </a:lnTo>
                  <a:cubicBezTo>
                    <a:pt x="41866" y="240801"/>
                    <a:pt x="42943" y="238219"/>
                    <a:pt x="44762" y="236181"/>
                  </a:cubicBezTo>
                  <a:lnTo>
                    <a:pt x="64488" y="216455"/>
                  </a:lnTo>
                  <a:cubicBezTo>
                    <a:pt x="66527" y="214635"/>
                    <a:pt x="69117" y="213559"/>
                    <a:pt x="71832" y="213416"/>
                  </a:cubicBezTo>
                  <a:lnTo>
                    <a:pt x="84738" y="213416"/>
                  </a:lnTo>
                  <a:cubicBezTo>
                    <a:pt x="87463" y="213559"/>
                    <a:pt x="90053" y="214635"/>
                    <a:pt x="92082" y="216455"/>
                  </a:cubicBezTo>
                  <a:lnTo>
                    <a:pt x="133325" y="257698"/>
                  </a:lnTo>
                  <a:cubicBezTo>
                    <a:pt x="135354" y="259517"/>
                    <a:pt x="137945" y="260584"/>
                    <a:pt x="140669" y="260737"/>
                  </a:cubicBezTo>
                  <a:lnTo>
                    <a:pt x="157881" y="260737"/>
                  </a:lnTo>
                  <a:cubicBezTo>
                    <a:pt x="160253" y="260746"/>
                    <a:pt x="162177" y="262661"/>
                    <a:pt x="162186" y="265042"/>
                  </a:cubicBezTo>
                  <a:lnTo>
                    <a:pt x="162186" y="305475"/>
                  </a:lnTo>
                  <a:cubicBezTo>
                    <a:pt x="162034" y="308200"/>
                    <a:pt x="160957" y="310790"/>
                    <a:pt x="159138" y="312819"/>
                  </a:cubicBezTo>
                  <a:lnTo>
                    <a:pt x="141126" y="330822"/>
                  </a:lnTo>
                  <a:cubicBezTo>
                    <a:pt x="139307" y="332850"/>
                    <a:pt x="138231" y="335441"/>
                    <a:pt x="138088" y="338165"/>
                  </a:cubicBezTo>
                  <a:lnTo>
                    <a:pt x="138088" y="353662"/>
                  </a:lnTo>
                  <a:cubicBezTo>
                    <a:pt x="137936" y="356377"/>
                    <a:pt x="136869" y="358968"/>
                    <a:pt x="135049" y="361006"/>
                  </a:cubicBezTo>
                  <a:lnTo>
                    <a:pt x="123305" y="372741"/>
                  </a:lnTo>
                  <a:cubicBezTo>
                    <a:pt x="99921" y="360358"/>
                    <a:pt x="79443" y="343137"/>
                    <a:pt x="63231" y="322220"/>
                  </a:cubicBezTo>
                  <a:close/>
                  <a:moveTo>
                    <a:pt x="295612" y="372655"/>
                  </a:moveTo>
                  <a:lnTo>
                    <a:pt x="285678" y="362721"/>
                  </a:lnTo>
                  <a:cubicBezTo>
                    <a:pt x="283859" y="360692"/>
                    <a:pt x="282782" y="358101"/>
                    <a:pt x="282639" y="355377"/>
                  </a:cubicBezTo>
                  <a:lnTo>
                    <a:pt x="282639" y="290845"/>
                  </a:lnTo>
                  <a:cubicBezTo>
                    <a:pt x="282487" y="288121"/>
                    <a:pt x="281420" y="285530"/>
                    <a:pt x="279592" y="283501"/>
                  </a:cubicBezTo>
                  <a:lnTo>
                    <a:pt x="259865" y="263775"/>
                  </a:lnTo>
                  <a:cubicBezTo>
                    <a:pt x="257836" y="261956"/>
                    <a:pt x="255246" y="260879"/>
                    <a:pt x="252521" y="260727"/>
                  </a:cubicBezTo>
                  <a:lnTo>
                    <a:pt x="209507" y="260727"/>
                  </a:lnTo>
                  <a:cubicBezTo>
                    <a:pt x="207135" y="260727"/>
                    <a:pt x="205211" y="258803"/>
                    <a:pt x="205201" y="256431"/>
                  </a:cubicBezTo>
                  <a:lnTo>
                    <a:pt x="205201" y="217712"/>
                  </a:lnTo>
                  <a:cubicBezTo>
                    <a:pt x="205344" y="214988"/>
                    <a:pt x="206420" y="212397"/>
                    <a:pt x="208239" y="210368"/>
                  </a:cubicBezTo>
                  <a:lnTo>
                    <a:pt x="227975" y="190642"/>
                  </a:lnTo>
                  <a:cubicBezTo>
                    <a:pt x="230004" y="188823"/>
                    <a:pt x="232595" y="187746"/>
                    <a:pt x="235319" y="187604"/>
                  </a:cubicBezTo>
                  <a:lnTo>
                    <a:pt x="278334" y="187604"/>
                  </a:lnTo>
                  <a:cubicBezTo>
                    <a:pt x="281058" y="187451"/>
                    <a:pt x="283649" y="186375"/>
                    <a:pt x="285678" y="184556"/>
                  </a:cubicBezTo>
                  <a:lnTo>
                    <a:pt x="305404" y="164829"/>
                  </a:lnTo>
                  <a:cubicBezTo>
                    <a:pt x="307433" y="163010"/>
                    <a:pt x="310024" y="161934"/>
                    <a:pt x="312748" y="161791"/>
                  </a:cubicBezTo>
                  <a:lnTo>
                    <a:pt x="325654" y="161791"/>
                  </a:lnTo>
                  <a:cubicBezTo>
                    <a:pt x="328036" y="161781"/>
                    <a:pt x="329950" y="159857"/>
                    <a:pt x="329960" y="157485"/>
                  </a:cubicBezTo>
                  <a:lnTo>
                    <a:pt x="329960" y="144579"/>
                  </a:lnTo>
                  <a:cubicBezTo>
                    <a:pt x="329950" y="142208"/>
                    <a:pt x="328026" y="140283"/>
                    <a:pt x="325654" y="140274"/>
                  </a:cubicBezTo>
                  <a:lnTo>
                    <a:pt x="312748" y="140274"/>
                  </a:lnTo>
                  <a:cubicBezTo>
                    <a:pt x="310033" y="140426"/>
                    <a:pt x="307442" y="141503"/>
                    <a:pt x="305404" y="143322"/>
                  </a:cubicBezTo>
                  <a:lnTo>
                    <a:pt x="285678" y="163048"/>
                  </a:lnTo>
                  <a:cubicBezTo>
                    <a:pt x="283649" y="164867"/>
                    <a:pt x="281058" y="165944"/>
                    <a:pt x="278334" y="166087"/>
                  </a:cubicBezTo>
                  <a:lnTo>
                    <a:pt x="235548" y="166087"/>
                  </a:lnTo>
                  <a:cubicBezTo>
                    <a:pt x="233176" y="166077"/>
                    <a:pt x="231252" y="164153"/>
                    <a:pt x="231242" y="161781"/>
                  </a:cubicBezTo>
                  <a:lnTo>
                    <a:pt x="231242" y="144579"/>
                  </a:lnTo>
                  <a:cubicBezTo>
                    <a:pt x="231395" y="141855"/>
                    <a:pt x="232462" y="139255"/>
                    <a:pt x="234281" y="137216"/>
                  </a:cubicBezTo>
                  <a:lnTo>
                    <a:pt x="253798" y="117519"/>
                  </a:lnTo>
                  <a:cubicBezTo>
                    <a:pt x="255817" y="115690"/>
                    <a:pt x="258408" y="114614"/>
                    <a:pt x="261122" y="114461"/>
                  </a:cubicBezTo>
                  <a:lnTo>
                    <a:pt x="299841" y="114461"/>
                  </a:lnTo>
                  <a:cubicBezTo>
                    <a:pt x="302223" y="114452"/>
                    <a:pt x="304137" y="112537"/>
                    <a:pt x="304147" y="110156"/>
                  </a:cubicBezTo>
                  <a:lnTo>
                    <a:pt x="304147" y="97250"/>
                  </a:lnTo>
                  <a:cubicBezTo>
                    <a:pt x="304137" y="94878"/>
                    <a:pt x="302213" y="92963"/>
                    <a:pt x="299841" y="92954"/>
                  </a:cubicBezTo>
                  <a:lnTo>
                    <a:pt x="282639" y="92954"/>
                  </a:lnTo>
                  <a:cubicBezTo>
                    <a:pt x="280258" y="92944"/>
                    <a:pt x="278344" y="91020"/>
                    <a:pt x="278334" y="88648"/>
                  </a:cubicBezTo>
                  <a:lnTo>
                    <a:pt x="278334" y="71437"/>
                  </a:lnTo>
                  <a:cubicBezTo>
                    <a:pt x="278344" y="69065"/>
                    <a:pt x="280258" y="67150"/>
                    <a:pt x="282639" y="67141"/>
                  </a:cubicBezTo>
                  <a:lnTo>
                    <a:pt x="327912" y="67141"/>
                  </a:lnTo>
                  <a:cubicBezTo>
                    <a:pt x="367497" y="100231"/>
                    <a:pt x="393006" y="149532"/>
                    <a:pt x="394320" y="204644"/>
                  </a:cubicBezTo>
                  <a:lnTo>
                    <a:pt x="380318" y="190642"/>
                  </a:lnTo>
                  <a:cubicBezTo>
                    <a:pt x="378290" y="188823"/>
                    <a:pt x="375699" y="187746"/>
                    <a:pt x="372974" y="187604"/>
                  </a:cubicBezTo>
                  <a:lnTo>
                    <a:pt x="360078" y="187604"/>
                  </a:lnTo>
                  <a:cubicBezTo>
                    <a:pt x="357706" y="187604"/>
                    <a:pt x="355782" y="189528"/>
                    <a:pt x="355772" y="191899"/>
                  </a:cubicBezTo>
                  <a:lnTo>
                    <a:pt x="355772" y="209111"/>
                  </a:lnTo>
                  <a:cubicBezTo>
                    <a:pt x="355925" y="211835"/>
                    <a:pt x="356991" y="214426"/>
                    <a:pt x="358811" y="216455"/>
                  </a:cubicBezTo>
                  <a:lnTo>
                    <a:pt x="374241" y="231876"/>
                  </a:lnTo>
                  <a:cubicBezTo>
                    <a:pt x="376061" y="233905"/>
                    <a:pt x="377137" y="236495"/>
                    <a:pt x="377280" y="239220"/>
                  </a:cubicBezTo>
                  <a:lnTo>
                    <a:pt x="377280" y="256431"/>
                  </a:lnTo>
                  <a:cubicBezTo>
                    <a:pt x="377137" y="259155"/>
                    <a:pt x="376061" y="261746"/>
                    <a:pt x="374241" y="263775"/>
                  </a:cubicBezTo>
                  <a:lnTo>
                    <a:pt x="358811" y="279196"/>
                  </a:lnTo>
                  <a:cubicBezTo>
                    <a:pt x="356991" y="281225"/>
                    <a:pt x="355925" y="283815"/>
                    <a:pt x="355772" y="286540"/>
                  </a:cubicBezTo>
                  <a:lnTo>
                    <a:pt x="355772" y="321944"/>
                  </a:lnTo>
                  <a:cubicBezTo>
                    <a:pt x="339551" y="342928"/>
                    <a:pt x="319044" y="360216"/>
                    <a:pt x="295612" y="37265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3806">
                <a:defRPr/>
              </a:pPr>
              <a:endParaRPr lang="en-US" sz="1798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Espace réservé du texte 40">
              <a:extLst>
                <a:ext uri="{FF2B5EF4-FFF2-40B4-BE49-F238E27FC236}">
                  <a16:creationId xmlns:a16="http://schemas.microsoft.com/office/drawing/2014/main" id="{F71D16DF-51C6-585F-BB2A-2769671C739B}"/>
                </a:ext>
              </a:extLst>
            </p:cNvPr>
            <p:cNvSpPr txBox="1">
              <a:spLocks/>
            </p:cNvSpPr>
            <p:nvPr/>
          </p:nvSpPr>
          <p:spPr>
            <a:xfrm>
              <a:off x="4651686" y="6182269"/>
              <a:ext cx="711406" cy="457200"/>
            </a:xfrm>
            <a:prstGeom prst="rect">
              <a:avLst/>
            </a:prstGeom>
          </p:spPr>
          <p:txBody>
            <a:bodyPr lIns="47971" rIns="47971" anchor="ctr"/>
            <a:lstStyle>
              <a:lvl1pPr marL="0" indent="0" algn="ctr" defTabSz="5143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/>
                <a:buNone/>
                <a:defRPr lang="fr-FR" altLang="en-US" sz="900" b="1" i="0" kern="1200" baseline="0">
                  <a:solidFill>
                    <a:schemeClr val="tx1"/>
                  </a:solidFill>
                  <a:latin typeface="+mj-lt"/>
                  <a:ea typeface="Segoe UI" panose="020B0502040204020203" pitchFamily="34" charset="0"/>
                  <a:cs typeface="Arial" panose="020B0604020202020204" pitchFamily="34" charset="0"/>
                </a:defRPr>
              </a:lvl1pPr>
              <a:lvl2pPr marL="342900" marR="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 typeface="Helvetica 75 Bold" panose="020B0804020202020204" pitchFamily="34" charset="0"/>
                <a:buChar char="–"/>
                <a:tabLst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Arial Unicode MS" panose="020B0604020202020204" pitchFamily="34" charset="-128"/>
                  <a:cs typeface="Arial" panose="020B0604020202020204" pitchFamily="34" charset="0"/>
                </a:defRPr>
              </a:lvl2pPr>
              <a:lvl3pPr marL="5143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3pPr>
              <a:lvl4pPr marL="68580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defRPr lang="fr-FR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4pPr>
              <a:lvl5pPr marL="857250" indent="-171450" algn="l" defTabSz="51435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800"/>
                </a:spcAft>
                <a:buClr>
                  <a:schemeClr val="tx1"/>
                </a:buClr>
                <a:buFont typeface="Helvetica 75 Bold" panose="020B0804020202020204" pitchFamily="34" charset="0"/>
                <a:buChar char="–"/>
                <a:tabLst>
                  <a:tab pos="857250" algn="l"/>
                </a:tabLst>
                <a:defRPr lang="en-GB" altLang="en-US" sz="1349" b="0" i="0" kern="1200" baseline="0">
                  <a:solidFill>
                    <a:schemeClr val="bg1"/>
                  </a:solidFill>
                  <a:latin typeface="Helvetica 75 Bold" panose="020B0804020202020204" pitchFamily="34" charset="0"/>
                  <a:ea typeface="ＭＳ Ｐゴシック" pitchFamily="34" charset="-128"/>
                  <a:cs typeface="Arial" panose="020B060402020202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355">
                <a:defRPr/>
              </a:pPr>
              <a:r>
                <a:rPr lang="fr-FR" altLang="en-US" sz="1200" dirty="0">
                  <a:solidFill>
                    <a:srgbClr val="FFFFFF"/>
                  </a:solidFill>
                  <a:latin typeface="Arial"/>
                </a:rPr>
                <a:t>27,25 jours</a:t>
              </a:r>
            </a:p>
          </p:txBody>
        </p:sp>
        <p:pic>
          <p:nvPicPr>
            <p:cNvPr id="72" name="Graphique 71">
              <a:extLst>
                <a:ext uri="{FF2B5EF4-FFF2-40B4-BE49-F238E27FC236}">
                  <a16:creationId xmlns:a16="http://schemas.microsoft.com/office/drawing/2014/main" id="{39CF5CDA-D1FF-623F-5CC0-E2AA85338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09875" y="5732394"/>
              <a:ext cx="417600" cy="417600"/>
            </a:xfrm>
            <a:prstGeom prst="rect">
              <a:avLst/>
            </a:prstGeom>
          </p:spPr>
        </p:pic>
        <p:pic>
          <p:nvPicPr>
            <p:cNvPr id="73" name="Graphique 72">
              <a:extLst>
                <a:ext uri="{FF2B5EF4-FFF2-40B4-BE49-F238E27FC236}">
                  <a16:creationId xmlns:a16="http://schemas.microsoft.com/office/drawing/2014/main" id="{14D31333-2D01-8A5D-FFC8-B5B79CDDC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77831" y="5732394"/>
              <a:ext cx="417600" cy="417600"/>
            </a:xfrm>
            <a:prstGeom prst="rect">
              <a:avLst/>
            </a:prstGeom>
          </p:spPr>
        </p:pic>
      </p:grpSp>
      <p:pic>
        <p:nvPicPr>
          <p:cNvPr id="1028" name="Picture 4" descr="Histoire de notre groupe : l'électrification pour fil conducteur">
            <a:extLst>
              <a:ext uri="{FF2B5EF4-FFF2-40B4-BE49-F238E27FC236}">
                <a16:creationId xmlns:a16="http://schemas.microsoft.com/office/drawing/2014/main" id="{66BAEBFD-6162-8D18-1E5E-BC890FFBB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07" y="53421"/>
            <a:ext cx="1363418" cy="107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que 7" descr="Production contour">
            <a:extLst>
              <a:ext uri="{FF2B5EF4-FFF2-40B4-BE49-F238E27FC236}">
                <a16:creationId xmlns:a16="http://schemas.microsoft.com/office/drawing/2014/main" id="{86496EDD-278E-C11B-8182-2F08CA96AC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490" y="5482721"/>
            <a:ext cx="729052" cy="72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9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4_OCD_B">
  <a:themeElements>
    <a:clrScheme name="Personnalisé 2">
      <a:dk1>
        <a:srgbClr val="FFFFFF"/>
      </a:dk1>
      <a:lt1>
        <a:srgbClr val="000000"/>
      </a:lt1>
      <a:dk2>
        <a:srgbClr val="FF7900"/>
      </a:dk2>
      <a:lt2>
        <a:srgbClr val="595959"/>
      </a:lt2>
      <a:accent1>
        <a:srgbClr val="8F8F8F"/>
      </a:accent1>
      <a:accent2>
        <a:srgbClr val="FFD200"/>
      </a:accent2>
      <a:accent3>
        <a:srgbClr val="4BB4E6"/>
      </a:accent3>
      <a:accent4>
        <a:srgbClr val="50BE87"/>
      </a:accent4>
      <a:accent5>
        <a:srgbClr val="FFB4E6"/>
      </a:accent5>
      <a:accent6>
        <a:srgbClr val="A885D8"/>
      </a:accent6>
      <a:hlink>
        <a:srgbClr val="FFFFFF"/>
      </a:hlink>
      <a:folHlink>
        <a:srgbClr val="8F8F8F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èle de soutenance.potx" id="{3C1FE38E-C074-4600-A709-EDE669FEFCC7}" vid="{91430966-053D-45F8-97DC-B54B7700DEC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63E0D4715BD4BBBFDD55F77BDF81D" ma:contentTypeVersion="49" ma:contentTypeDescription="Crée un document." ma:contentTypeScope="" ma:versionID="04e9e83192c32add3a669024294030ee">
  <xsd:schema xmlns:xsd="http://www.w3.org/2001/XMLSchema" xmlns:xs="http://www.w3.org/2001/XMLSchema" xmlns:p="http://schemas.microsoft.com/office/2006/metadata/properties" xmlns:ns1="http://schemas.microsoft.com/sharepoint/v3" xmlns:ns2="eb34345c-38fb-44e5-b2cd-a65233b71a69" xmlns:ns3="b5c5ffcb-3939-4c60-8b51-56243e4b1490" targetNamespace="http://schemas.microsoft.com/office/2006/metadata/properties" ma:root="true" ma:fieldsID="c25125f253fdb4d358ab4141fd684047" ns1:_="" ns2:_="" ns3:_="">
    <xsd:import namespace="http://schemas.microsoft.com/sharepoint/v3"/>
    <xsd:import namespace="eb34345c-38fb-44e5-b2cd-a65233b71a69"/>
    <xsd:import namespace="b5c5ffcb-3939-4c60-8b51-56243e4b1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Activité"/>
                <xsd:element ref="ns3:Année"/>
                <xsd:element ref="ns3:Domaine"/>
                <xsd:element ref="ns3:Finalité"/>
                <xsd:element ref="ns1:Language" minOccurs="0"/>
                <xsd:element ref="ns3:Région"/>
                <xsd:element ref="ns3:Secteur_x0020_d_x2019_activité" minOccurs="0"/>
                <xsd:element ref="ns3:Taille_x0020_de_x0020_client1"/>
                <xsd:element ref="ns3:Type_x0020_de_x0020_document"/>
                <xsd:element ref="ns2:MediaServiceBillingMetadata" minOccurs="0"/>
                <xsd:element ref="ns2:MediaLengthInSeconds" minOccurs="0"/>
                <xsd:element ref="ns3:Spécialité_x0020_BKP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22" nillable="true" ma:displayName="Langue" ma:default="FR" ma:description="Langue du document (valeurs multiples possibles, pour les CV par ex)" ma:internalName="Language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FR"/>
                    <xsd:enumeration value="EN"/>
                    <xsd:enumeration value="ES"/>
                  </xsd:restrict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4345c-38fb-44e5-b2cd-a65233b71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c372bda8-be47-494e-bd1a-9780e52534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5ffcb-3939-4c60-8b51-56243e4b149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ff841d4-501f-4882-afe1-bd0bfc2aa25d}" ma:internalName="TaxCatchAll" ma:showField="CatchAllData" ma:web="b5c5ffcb-3939-4c60-8b51-56243e4b1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ctivité" ma:index="18" ma:displayName="Activité" ma:description="Activités au sein des 3 domaines de la direction de l'expertise (plusieurs sélections autorisées seulement pour les CV)" ma:format="Dropdown" ma:indexed="true" ma:internalName="Activit_x00e9_">
      <xsd:simpleType>
        <xsd:restriction base="dms:Choice">
          <xsd:enumeration value="Accompagnement mise en conformité"/>
          <xsd:enumeration value="Analyses de risques / ISP"/>
          <xsd:enumeration value="Audits"/>
          <xsd:enumeration value="Continuité des activités"/>
          <xsd:enumeration value="Données personnelles /Juridique"/>
          <xsd:enumeration value="Exercice/gestion crise"/>
          <xsd:enumeration value="Gestion des vulnérabilités"/>
          <xsd:enumeration value="Gouvernance - assistance RSSI"/>
          <xsd:enumeration value="Gouvernance de IA"/>
          <xsd:enumeration value="Gouvernance SOC"/>
          <xsd:enumeration value="Homologations"/>
          <xsd:enumeration value="Plan de gestion crise"/>
          <xsd:enumeration value="Protection des identités &amp; données"/>
          <xsd:enumeration value="Résilience du SI"/>
          <xsd:enumeration value="Sécurité des architectures"/>
          <xsd:enumeration value="Sécurité des environnements OT"/>
          <xsd:enumeration value="Sécurité du Cloud"/>
          <xsd:enumeration value="Sensibilisation"/>
          <xsd:enumeration value="Technologies émergentes"/>
        </xsd:restriction>
      </xsd:simpleType>
    </xsd:element>
    <xsd:element name="Année" ma:index="19" ma:displayName="Année" ma:default="2026" ma:description="Année de la dernière maj du document. Par défaut : l'année en cours" ma:indexed="true" ma:internalName="Ann_x00e9_e">
      <xsd:simpleType>
        <xsd:restriction base="dms:Text">
          <xsd:maxLength value="4"/>
        </xsd:restriction>
      </xsd:simpleType>
    </xsd:element>
    <xsd:element name="Domaine" ma:index="20" ma:displayName="Domaine" ma:description="Les 3 domaines de la direction de l'expertise (valeurs multiples autorisées uniquement pour les CV)" ma:format="RadioButtons" ma:indexed="true" ma:internalName="Domaine">
      <xsd:simpleType>
        <xsd:restriction base="dms:Choice">
          <xsd:enumeration value="Expertise technologique"/>
          <xsd:enumeration value="GRC"/>
          <xsd:enumeration value="Résilience numérique"/>
        </xsd:restriction>
      </xsd:simpleType>
    </xsd:element>
    <xsd:element name="Finalité" ma:index="21" ma:displayName="Finalité" ma:format="RadioButtons" ma:indexed="true" ma:internalName="Finalit_x00e9_">
      <xsd:simpleType>
        <xsd:restriction base="dms:Choice">
          <xsd:enumeration value="Communiquer"/>
          <xsd:enumeration value="Produire"/>
          <xsd:enumeration value="Se former"/>
          <xsd:enumeration value="S’informer"/>
          <xsd:enumeration value="Vendre"/>
        </xsd:restriction>
      </xsd:simpleType>
    </xsd:element>
    <xsd:element name="Région" ma:index="23" ma:displayName="Région" ma:default="TOUS" ma:description="Région géographique à laquelle s'applique le document (propale ou fiche ref par exemple). Valeur par défaut : &quot;TOUS&quot;" ma:format="RadioButtons" ma:indexed="true" ma:internalName="R_x00e9_gion">
      <xsd:simpleType>
        <xsd:restriction base="dms:Choice">
          <xsd:enumeration value="TOUS"/>
          <xsd:enumeration value="Autre"/>
          <xsd:enumeration value="Centre-Est"/>
          <xsd:enumeration value="Grand-Ouest"/>
          <xsd:enumeration value="IDF"/>
          <xsd:enumeration value="Méditerranée"/>
          <xsd:enumeration value="Nord"/>
          <xsd:enumeration value="Océan Indien"/>
          <xsd:enumeration value="Sud-Ouest"/>
        </xsd:restriction>
      </xsd:simpleType>
    </xsd:element>
    <xsd:element name="Secteur_x0020_d_x2019_activité" ma:index="24" nillable="true" ma:displayName="Secteur d’activité DOCS" ma:default="TOUS" ma:description="Secteur d'activité auquel s'applique le document (plusieurs valeurs possibles pour les CV par ex). par défaut : &quot;TOUS&quot;" ma:internalName="Secteur_x0020_d_x2019_activit_x00e9_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OUS"/>
                    <xsd:enumeration value="Agriculture"/>
                    <xsd:enumeration value="Association"/>
                    <xsd:enumeration value="Association Gouvernementale"/>
                    <xsd:enumeration value="Banque/assurance"/>
                    <xsd:enumeration value="Bâtiments / Travaux Publics"/>
                    <xsd:enumeration value="Collectivités territoriales"/>
                    <xsd:enumeration value="Défense"/>
                    <xsd:enumeration value="Distribution"/>
                    <xsd:enumeration value="Energie"/>
                    <xsd:enumeration value="Hôtellerie / Restauration / Tourisme"/>
                    <xsd:enumeration value="Industrie"/>
                    <xsd:enumeration value="Industrie pétrolière"/>
                    <xsd:enumeration value="Luxe"/>
                    <xsd:enumeration value="Maritime / portuaire"/>
                    <xsd:enumeration value="Ministère"/>
                    <xsd:enumeration value="Numérique"/>
                    <xsd:enumeration value="Presse"/>
                    <xsd:enumeration value="Public"/>
                    <xsd:enumeration value="Santé"/>
                    <xsd:enumeration value="Télécommunication"/>
                    <xsd:enumeration value="Transport et logistique"/>
                  </xsd:restriction>
                </xsd:simpleType>
              </xsd:element>
            </xsd:sequence>
          </xsd:extension>
        </xsd:complexContent>
      </xsd:complexType>
    </xsd:element>
    <xsd:element name="Taille_x0020_de_x0020_client1" ma:index="25" ma:displayName="Taille de client" ma:default="TOUS" ma:description="Taille de client à laquelle s'applique le document (pour les propales, livrables, fiches réf par ex). Valeur par défaut : &quot;TOUS&quot;" ma:format="RadioButtons" ma:indexed="true" ma:internalName="Taille_x0020_de_x0020_client1">
      <xsd:simpleType>
        <xsd:restriction base="dms:Choice">
          <xsd:enumeration value="TOUS"/>
          <xsd:enumeration value="ETI"/>
          <xsd:enumeration value="Grand Compte"/>
          <xsd:enumeration value="TPE/PME"/>
        </xsd:restriction>
      </xsd:simpleType>
    </xsd:element>
    <xsd:element name="Type_x0020_de_x0020_document" ma:index="26" ma:displayName="Type de document" ma:format="RadioButtons" ma:indexed="true" ma:internalName="Type_x0020_de_x0020_document">
      <xsd:simpleType>
        <xsd:restriction base="dms:Choice">
          <xsd:enumeration value="Aide à la qualification"/>
          <xsd:enumeration value="CV"/>
          <xsd:enumeration value="Évènement"/>
          <xsd:enumeration value="Fiche référence"/>
          <xsd:enumeration value="Guide méthodologique"/>
          <xsd:enumeration value="Kit documentaire"/>
          <xsd:enumeration value="Livrable"/>
          <xsd:enumeration value="Norme"/>
          <xsd:enumeration value="Outillage"/>
          <xsd:enumeration value="Présentation marketing"/>
          <xsd:enumeration value="Proposition commerciale"/>
          <xsd:enumeration value="Ressource externe"/>
          <xsd:enumeration value="Support d'atelier"/>
          <xsd:enumeration value="Support de formation"/>
          <xsd:enumeration value="Support de kick-off"/>
          <xsd:enumeration value="Support de restitution"/>
          <xsd:enumeration value="Tableau de charge"/>
        </xsd:restriction>
      </xsd:simpleType>
    </xsd:element>
    <xsd:element name="Spécialité_x0020_BKP" ma:index="29" nillable="true" ma:displayName="Spécialité" ma:description="Liste des spécialités (domaines -&gt; activités -&gt; spécialités)" ma:internalName="Sp_x00e9_cialit_x00e9__x0020_BKP" ma:requiredMultiChoice="tru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compagnement DORA"/>
                    <xsd:enumeration value="Accompagnement HDS"/>
                    <xsd:enumeration value="Accompagnement ISO 27001"/>
                    <xsd:enumeration value="Accompagnement NIS2"/>
                    <xsd:enumeration value="Accompagnement REC"/>
                    <xsd:enumeration value="Active Directory"/>
                    <xsd:enumeration value="AMOA SSI indus"/>
                    <xsd:enumeration value="Analyse de risques climatique"/>
                    <xsd:enumeration value="Analyse de risques Cloud"/>
                    <xsd:enumeration value="Analyse de risques EBIOS RM"/>
                    <xsd:enumeration value="Analyse de risques IA"/>
                    <xsd:enumeration value="Analyse de risques indus"/>
                    <xsd:enumeration value="Analyse de risques Mehari"/>
                    <xsd:enumeration value="Architecture - solutions"/>
                    <xsd:enumeration value="Audit biomed"/>
                    <xsd:enumeration value="Audit d'architecture"/>
                    <xsd:enumeration value="Audit DORA"/>
                    <xsd:enumeration value="Audit HDS"/>
                    <xsd:enumeration value="Audit IA"/>
                    <xsd:enumeration value="Audit ISO27001"/>
                    <xsd:enumeration value="Audit NIS2"/>
                    <xsd:enumeration value="Audit NIST CSF"/>
                    <xsd:enumeration value="Audit organisationnel Cloud"/>
                    <xsd:enumeration value="Audit OT"/>
                    <xsd:enumeration value="Audit PASSI"/>
                    <xsd:enumeration value="Audit PCI-DSS"/>
                    <xsd:enumeration value="Audit prestas/sous-traitants"/>
                    <xsd:enumeration value="Audit prestataires Cloud"/>
                    <xsd:enumeration value="Audit Smartbuilding"/>
                    <xsd:enumeration value="Audit SWIFT"/>
                    <xsd:enumeration value="Audit technique &amp; orga Cloud"/>
                    <xsd:enumeration value="Audit technique Cloud - infras"/>
                    <xsd:enumeration value="Audit technique Cloud - M365"/>
                    <xsd:enumeration value="Blockchain"/>
                    <xsd:enumeration value="Campagne de phishing"/>
                    <xsd:enumeration value="Campagne de phoning"/>
                    <xsd:enumeration value="Cartographie"/>
                    <xsd:enumeration value="Centre de Service"/>
                    <xsd:enumeration value="Checkup PME"/>
                    <xsd:enumeration value="Communication de crise"/>
                    <xsd:enumeration value="Conception d'architecture"/>
                    <xsd:enumeration value="Continuité d'activités"/>
                    <xsd:enumeration value="Cyber Resilience Act (CRA)"/>
                    <xsd:enumeration value="Cyberdiag"/>
                    <xsd:enumeration value="DevSecOps"/>
                    <xsd:enumeration value="DLP"/>
                    <xsd:enumeration value="Documentation SSI Cloud"/>
                    <xsd:enumeration value="Dynamic CISO"/>
                    <xsd:enumeration value="Elearning"/>
                    <xsd:enumeration value="Exercice de crise"/>
                    <xsd:enumeration value="Exercice de crise - kit ANS"/>
                    <xsd:enumeration value="Exercice de crise indus"/>
                    <xsd:enumeration value="Fiche Réflexe"/>
                    <xsd:enumeration value="Formation gestion de crise"/>
                    <xsd:enumeration value="Formation SSI biomed"/>
                    <xsd:enumeration value="Formation SSI indus"/>
                    <xsd:enumeration value="Gouvernance"/>
                    <xsd:enumeration value="Hardening"/>
                    <xsd:enumeration value="Homologations"/>
                    <xsd:enumeration value="IAM"/>
                    <xsd:enumeration value="ISO 27005"/>
                    <xsd:enumeration value="ISO 42001 - SMIA"/>
                    <xsd:enumeration value="ISP"/>
                    <xsd:enumeration value="Kit de sensibilisation"/>
                    <xsd:enumeration value="LPM"/>
                    <xsd:enumeration value="MLSecOps"/>
                    <xsd:enumeration value="PCI-PRI"/>
                    <xsd:enumeration value="PCRA ANS"/>
                    <xsd:enumeration value="Pilotage/Coordination de crise"/>
                    <xsd:enumeration value="PKI"/>
                    <xsd:enumeration value="Plan de défense"/>
                    <xsd:enumeration value="Plan de gestion de crise - ransomware OSM"/>
                    <xsd:enumeration value="Plan de gestion de crise - ransomware packagé"/>
                    <xsd:enumeration value="PQC"/>
                    <xsd:enumeration value="PRI indus"/>
                    <xsd:enumeration value="Programme CARE D2"/>
                    <xsd:enumeration value="Quantification risque cyber - CRQ"/>
                    <xsd:enumeration value="Reconstruction du SI"/>
                    <xsd:enumeration value="Rédaction documentaire SSI indus"/>
                    <xsd:enumeration value="Rédaction documentation SSI"/>
                    <xsd:enumeration value="Rédaction documentation SSI Cloud"/>
                    <xsd:enumeration value="Rédaction documentation SSI IA"/>
                    <xsd:enumeration value="Réglementation IA"/>
                    <xsd:enumeration value="RGPD"/>
                    <xsd:enumeration value="RGS"/>
                    <xsd:enumeration value="RSSIaaS"/>
                    <xsd:enumeration value="Schéma directeur"/>
                    <xsd:enumeration value="SecNumCloud"/>
                    <xsd:enumeration value="Sécurisation d'architecture Cloud"/>
                    <xsd:enumeration value="Sécurité des endpoints"/>
                    <xsd:enumeration value="Sécurité des environnements OT"/>
                    <xsd:enumeration value="Sécurité des sauvegardes"/>
                    <xsd:enumeration value="Sécurité réseaux"/>
                    <xsd:enumeration value="Sécurité système"/>
                    <xsd:enumeration value="Security games"/>
                    <xsd:enumeration value="Sensibilisation CODIR"/>
                    <xsd:enumeration value="Sensibilisation collaborateurs"/>
                    <xsd:enumeration value="Sensibilisation gestion de crise"/>
                    <xsd:enumeration value="Sensibilisation métier"/>
                    <xsd:enumeration value="Sensibilisation SSI IA - dev"/>
                    <xsd:enumeration value="Sensibilisation SSI IA - RSSI"/>
                    <xsd:enumeration value="Sensibilisation SSI IA - utilisateurs"/>
                    <xsd:enumeration value="Sensibilisation SSI indus"/>
                    <xsd:enumeration value="Smartbuilding"/>
                    <xsd:enumeration value="SOC - audit"/>
                    <xsd:enumeration value="SOC - cadrage"/>
                    <xsd:enumeration value="SOC - détection"/>
                    <xsd:enumeration value="SOC - outillage"/>
                    <xsd:enumeration value="SOC - présentation"/>
                    <xsd:enumeration value="SOC - transformation"/>
                    <xsd:enumeration value="Stratégie d’homologation"/>
                    <xsd:enumeration value="Stratégie de sensibilisation"/>
                    <xsd:enumeration value="Surveillance Cloud"/>
                    <xsd:enumeration value="Tableaux de bords"/>
                    <xsd:enumeration value="TISAX"/>
                    <xsd:enumeration value="Vulnérabilités - Audit"/>
                    <xsd:enumeration value="Vulnérabilités - Audit CRA"/>
                    <xsd:enumeration value="Vulnérabilités - Conception"/>
                    <xsd:enumeration value="Vulnérabilités - Diagnostic"/>
                    <xsd:enumeration value="Vulnérabilités - Gestion de la menace (CTI)"/>
                    <xsd:enumeration value="Vulnérabilités - Gestion des assets"/>
                    <xsd:enumeration value="Vulnérabilités - Gestion des correctifs"/>
                    <xsd:enumeration value="Vulnérabilités - Implementation"/>
                    <xsd:enumeration value="Vulnérabilités - Maintenance"/>
                    <xsd:enumeration value="Vulnérabilités - Outils"/>
                    <xsd:enumeration value="Vulnérabilités - VOC"/>
                    <xsd:enumeration value="ZTNA"/>
                  </xsd:restriction>
                </xsd:simple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tivité xmlns="b5c5ffcb-3939-4c60-8b51-56243e4b1490">Sécurité des environnements OT</Activité>
    <Language xmlns="http://schemas.microsoft.com/sharepoint/v3">
      <Value>FR</Value>
    </Language>
    <Type_x0020_de_x0020_document xmlns="b5c5ffcb-3939-4c60-8b51-56243e4b1490">Fiche référence</Type_x0020_de_x0020_document>
    <Année xmlns="b5c5ffcb-3939-4c60-8b51-56243e4b1490">2024</Année>
    <Secteur_x0020_d_x2019_activité xmlns="b5c5ffcb-3939-4c60-8b51-56243e4b1490"/>
    <Finalité xmlns="b5c5ffcb-3939-4c60-8b51-56243e4b1490">Vendre</Finalité>
    <Taille_x0020_de_x0020_client1 xmlns="b5c5ffcb-3939-4c60-8b51-56243e4b1490">Grand Compte</Taille_x0020_de_x0020_client1>
    <Région xmlns="b5c5ffcb-3939-4c60-8b51-56243e4b1490">TOUS</Région>
    <TaxCatchAll xmlns="b5c5ffcb-3939-4c60-8b51-56243e4b1490" xsi:nil="true"/>
    <Domaine xmlns="b5c5ffcb-3939-4c60-8b51-56243e4b1490">Expertise technologique</Domaine>
    <lcf76f155ced4ddcb4097134ff3c332f xmlns="eb34345c-38fb-44e5-b2cd-a65233b71a69">
      <Terms xmlns="http://schemas.microsoft.com/office/infopath/2007/PartnerControls"/>
    </lcf76f155ced4ddcb4097134ff3c332f>
    <Spécialité_x0020_BKP xmlns="b5c5ffcb-3939-4c60-8b51-56243e4b1490">
      <Value>Exercice de crise indus</Value>
    </Spécialité_x0020_BKP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3A484D-7937-403D-85C9-E932D8841B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34345c-38fb-44e5-b2cd-a65233b71a69"/>
    <ds:schemaRef ds:uri="b5c5ffcb-3939-4c60-8b51-56243e4b1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DF0BD3-1082-4E1B-9395-899C0DEE8D33}">
  <ds:schemaRefs>
    <ds:schemaRef ds:uri="http://schemas.microsoft.com/office/2006/metadata/properties"/>
    <ds:schemaRef ds:uri="http://schemas.microsoft.com/office/infopath/2007/PartnerControls"/>
    <ds:schemaRef ds:uri="b5c5ffcb-3939-4c60-8b51-56243e4b1490"/>
    <ds:schemaRef ds:uri="http://schemas.microsoft.com/sharepoint/v3"/>
    <ds:schemaRef ds:uri="eb34345c-38fb-44e5-b2cd-a65233b71a69"/>
  </ds:schemaRefs>
</ds:datastoreItem>
</file>

<file path=customXml/itemProps3.xml><?xml version="1.0" encoding="utf-8"?>
<ds:datastoreItem xmlns:ds="http://schemas.openxmlformats.org/officeDocument/2006/customXml" ds:itemID="{13FC3356-9B68-4196-8A0B-F66800ABC32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d0006b2-4688-4d46-9998-5593eb14ecb8}" enabled="1" method="Standard" siteId="{39e1abd8-ed13-44eb-be42-1e20116ea98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353</Words>
  <Application>Microsoft Office PowerPoint</Application>
  <PresentationFormat>Grand écran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Helvetica 45 Light</vt:lpstr>
      <vt:lpstr>Helvetica 55 Roman</vt:lpstr>
      <vt:lpstr>Helvetica 75</vt:lpstr>
      <vt:lpstr>Helvetica 75 Bold</vt:lpstr>
      <vt:lpstr>Wingdings</vt:lpstr>
      <vt:lpstr>4_OCD_B</vt:lpstr>
      <vt:lpstr>Exercice de crise cyber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Gandit</dc:creator>
  <cp:lastModifiedBy>Elhaj Sy</cp:lastModifiedBy>
  <cp:revision>1</cp:revision>
  <dcterms:created xsi:type="dcterms:W3CDTF">2025-08-18T10:59:33Z</dcterms:created>
  <dcterms:modified xsi:type="dcterms:W3CDTF">2026-07-22T13:30:33Z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4_OCD_B:3</vt:lpwstr>
  </property>
  <property fmtid="{D5CDD505-2E9C-101B-9397-08002B2CF9AE}" pid="3" name="ClassificationContentMarkingFooterText">
    <vt:lpwstr>Orange Restricted</vt:lpwstr>
  </property>
  <property fmtid="{D5CDD505-2E9C-101B-9397-08002B2CF9AE}" pid="4" name="ContentTypeId">
    <vt:lpwstr>0x01010064F63E0D4715BD4BBBFDD55F77BDF81D</vt:lpwstr>
  </property>
  <property fmtid="{D5CDD505-2E9C-101B-9397-08002B2CF9AE}" pid="5" name="MediaServiceImageTags">
    <vt:lpwstr/>
  </property>
  <property fmtid="{D5CDD505-2E9C-101B-9397-08002B2CF9AE}" pid="6" name="Spécialité">
    <vt:lpwstr>;#Exercice de crise indus;#</vt:lpwstr>
  </property>
</Properties>
</file>